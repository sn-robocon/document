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 id="2147483653" r:id="rId2"/>
    <p:sldMasterId id="2147483680" r:id="rId3"/>
  </p:sldMasterIdLst>
  <p:notesMasterIdLst>
    <p:notesMasterId r:id="rId7"/>
  </p:notesMasterIdLst>
  <p:handoutMasterIdLst>
    <p:handoutMasterId r:id="rId8"/>
  </p:handoutMasterIdLst>
  <p:sldIdLst>
    <p:sldId id="273" r:id="rId4"/>
    <p:sldId id="260" r:id="rId5"/>
    <p:sldId id="261" r:id="rId6"/>
  </p:sldIdLst>
  <p:sldSz cx="15119350" cy="10691813"/>
  <p:notesSz cx="14597063" cy="21107400"/>
  <p:defaultTextStyle>
    <a:defPPr>
      <a:defRPr lang="ja-JP"/>
    </a:defPPr>
    <a:lvl1pPr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1pPr>
    <a:lvl2pPr marL="52674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2pPr>
    <a:lvl3pPr marL="105348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3pPr>
    <a:lvl4pPr marL="158022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4pPr>
    <a:lvl5pPr marL="210696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5pPr>
    <a:lvl6pPr marL="263370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6pPr>
    <a:lvl7pPr marL="316044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7pPr>
    <a:lvl8pPr marL="368718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8pPr>
    <a:lvl9pPr marL="421392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アブストラクトページ（プライマリークラス）" id="{05F68B40-4021-4FFA-A734-7816717BBE8C}">
          <p14:sldIdLst>
            <p14:sldId id="273"/>
          </p14:sldIdLst>
        </p14:section>
        <p14:section name="モデル図ページ（プライマリークラス）" id="{8B2B3982-7BAC-4EE5-974E-E0EE0719EC85}">
          <p14:sldIdLst>
            <p14:sldId id="260"/>
            <p14:sldId id="261"/>
          </p14:sldIdLst>
        </p14:section>
      </p14:sectionLst>
    </p:ext>
    <p:ext uri="{EFAFB233-063F-42B5-8137-9DF3F51BA10A}">
      <p15:sldGuideLst xmlns:p15="http://schemas.microsoft.com/office/powerpoint/2012/main">
        <p15:guide id="1" orient="horz" pos="3368" userDrawn="1">
          <p15:clr>
            <a:srgbClr val="A4A3A4"/>
          </p15:clr>
        </p15:guide>
        <p15:guide id="2" pos="47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2B5AC8-58E8-4457-B0A2-64EF4C20ABA7}" v="22" dt="2025-05-25T03:42:02.7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67" autoAdjust="0"/>
    <p:restoredTop sz="94660"/>
  </p:normalViewPr>
  <p:slideViewPr>
    <p:cSldViewPr showGuides="1">
      <p:cViewPr varScale="1">
        <p:scale>
          <a:sx n="65" d="100"/>
          <a:sy n="65" d="100"/>
        </p:scale>
        <p:origin x="1344" y="288"/>
      </p:cViewPr>
      <p:guideLst>
        <p:guide orient="horz" pos="3368"/>
        <p:guide pos="476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yuki TAKAHASHI" userId="3ce8b389b0d85fa1" providerId="LiveId" clId="{9A2B5AC8-58E8-4457-B0A2-64EF4C20ABA7}"/>
    <pc:docChg chg="undo custSel modSld modMainMaster">
      <pc:chgData name="Hiroyuki TAKAHASHI" userId="3ce8b389b0d85fa1" providerId="LiveId" clId="{9A2B5AC8-58E8-4457-B0A2-64EF4C20ABA7}" dt="2025-05-25T03:42:02.750" v="34"/>
      <pc:docMkLst>
        <pc:docMk/>
      </pc:docMkLst>
      <pc:sldChg chg="addSp modSp mod">
        <pc:chgData name="Hiroyuki TAKAHASHI" userId="3ce8b389b0d85fa1" providerId="LiveId" clId="{9A2B5AC8-58E8-4457-B0A2-64EF4C20ABA7}" dt="2025-05-25T03:35:17.719" v="31" actId="12788"/>
        <pc:sldMkLst>
          <pc:docMk/>
          <pc:sldMk cId="3609020167" sldId="260"/>
        </pc:sldMkLst>
        <pc:spChg chg="add mod">
          <ac:chgData name="Hiroyuki TAKAHASHI" userId="3ce8b389b0d85fa1" providerId="LiveId" clId="{9A2B5AC8-58E8-4457-B0A2-64EF4C20ABA7}" dt="2025-05-25T03:35:17.719" v="31" actId="12788"/>
          <ac:spMkLst>
            <pc:docMk/>
            <pc:sldMk cId="3609020167" sldId="260"/>
            <ac:spMk id="3" creationId="{E94D9DEA-4231-8C5D-D817-65163823BED5}"/>
          </ac:spMkLst>
        </pc:spChg>
        <pc:picChg chg="add mod">
          <ac:chgData name="Hiroyuki TAKAHASHI" userId="3ce8b389b0d85fa1" providerId="LiveId" clId="{9A2B5AC8-58E8-4457-B0A2-64EF4C20ABA7}" dt="2025-05-25T03:35:17.719" v="31" actId="12788"/>
          <ac:picMkLst>
            <pc:docMk/>
            <pc:sldMk cId="3609020167" sldId="260"/>
            <ac:picMk id="4" creationId="{A6972CF7-F519-3772-B1B0-1A28DD6DCD54}"/>
          </ac:picMkLst>
        </pc:picChg>
      </pc:sldChg>
      <pc:sldChg chg="addSp delSp modSp mod">
        <pc:chgData name="Hiroyuki TAKAHASHI" userId="3ce8b389b0d85fa1" providerId="LiveId" clId="{9A2B5AC8-58E8-4457-B0A2-64EF4C20ABA7}" dt="2025-05-25T03:42:02.750" v="34"/>
        <pc:sldMkLst>
          <pc:docMk/>
          <pc:sldMk cId="4149751042" sldId="273"/>
        </pc:sldMkLst>
        <pc:spChg chg="del">
          <ac:chgData name="Hiroyuki TAKAHASHI" userId="3ce8b389b0d85fa1" providerId="LiveId" clId="{9A2B5AC8-58E8-4457-B0A2-64EF4C20ABA7}" dt="2025-05-24T13:30:37.053" v="9" actId="478"/>
          <ac:spMkLst>
            <pc:docMk/>
            <pc:sldMk cId="4149751042" sldId="273"/>
            <ac:spMk id="5" creationId="{01CF2A4D-0AF9-A287-9164-BA98714B1EB0}"/>
          </ac:spMkLst>
        </pc:spChg>
        <pc:spChg chg="add mod">
          <ac:chgData name="Hiroyuki TAKAHASHI" userId="3ce8b389b0d85fa1" providerId="LiveId" clId="{9A2B5AC8-58E8-4457-B0A2-64EF4C20ABA7}" dt="2025-05-25T03:41:59.943" v="32"/>
          <ac:spMkLst>
            <pc:docMk/>
            <pc:sldMk cId="4149751042" sldId="273"/>
            <ac:spMk id="5" creationId="{D454E49E-C34F-F054-F7BF-19F3079FA13F}"/>
          </ac:spMkLst>
        </pc:spChg>
        <pc:spChg chg="add mod">
          <ac:chgData name="Hiroyuki TAKAHASHI" userId="3ce8b389b0d85fa1" providerId="LiveId" clId="{9A2B5AC8-58E8-4457-B0A2-64EF4C20ABA7}" dt="2025-05-25T03:42:02.750" v="34"/>
          <ac:spMkLst>
            <pc:docMk/>
            <pc:sldMk cId="4149751042" sldId="273"/>
            <ac:spMk id="6" creationId="{46643324-B7E3-7C26-C0BB-79B09EA7F061}"/>
          </ac:spMkLst>
        </pc:spChg>
        <pc:spChg chg="del">
          <ac:chgData name="Hiroyuki TAKAHASHI" userId="3ce8b389b0d85fa1" providerId="LiveId" clId="{9A2B5AC8-58E8-4457-B0A2-64EF4C20ABA7}" dt="2025-05-24T13:30:37.053" v="9" actId="478"/>
          <ac:spMkLst>
            <pc:docMk/>
            <pc:sldMk cId="4149751042" sldId="273"/>
            <ac:spMk id="6" creationId="{76DB2C5F-CFF6-BD24-EC5A-CBD3F8E38C77}"/>
          </ac:spMkLst>
        </pc:spChg>
        <pc:spChg chg="del">
          <ac:chgData name="Hiroyuki TAKAHASHI" userId="3ce8b389b0d85fa1" providerId="LiveId" clId="{9A2B5AC8-58E8-4457-B0A2-64EF4C20ABA7}" dt="2025-05-24T13:30:37.053" v="9" actId="478"/>
          <ac:spMkLst>
            <pc:docMk/>
            <pc:sldMk cId="4149751042" sldId="273"/>
            <ac:spMk id="7" creationId="{668C029D-C111-95CF-F493-B4F869FF9864}"/>
          </ac:spMkLst>
        </pc:spChg>
        <pc:spChg chg="del">
          <ac:chgData name="Hiroyuki TAKAHASHI" userId="3ce8b389b0d85fa1" providerId="LiveId" clId="{9A2B5AC8-58E8-4457-B0A2-64EF4C20ABA7}" dt="2025-05-24T13:30:17.596" v="7" actId="478"/>
          <ac:spMkLst>
            <pc:docMk/>
            <pc:sldMk cId="4149751042" sldId="273"/>
            <ac:spMk id="8" creationId="{E6FEBAB0-677E-2EF0-24BA-E6254A0B4406}"/>
          </ac:spMkLst>
        </pc:spChg>
        <pc:spChg chg="del">
          <ac:chgData name="Hiroyuki TAKAHASHI" userId="3ce8b389b0d85fa1" providerId="LiveId" clId="{9A2B5AC8-58E8-4457-B0A2-64EF4C20ABA7}" dt="2025-05-24T13:30:17.596" v="7" actId="478"/>
          <ac:spMkLst>
            <pc:docMk/>
            <pc:sldMk cId="4149751042" sldId="273"/>
            <ac:spMk id="9" creationId="{74AA9492-BF8A-1BCA-1DAC-B8F5BC0FC164}"/>
          </ac:spMkLst>
        </pc:spChg>
        <pc:spChg chg="del">
          <ac:chgData name="Hiroyuki TAKAHASHI" userId="3ce8b389b0d85fa1" providerId="LiveId" clId="{9A2B5AC8-58E8-4457-B0A2-64EF4C20ABA7}" dt="2025-05-24T13:30:12.653" v="6" actId="478"/>
          <ac:spMkLst>
            <pc:docMk/>
            <pc:sldMk cId="4149751042" sldId="273"/>
            <ac:spMk id="13" creationId="{4F933827-AE7B-A6B1-9197-1F01278F8AE1}"/>
          </ac:spMkLst>
        </pc:spChg>
        <pc:spChg chg="del">
          <ac:chgData name="Hiroyuki TAKAHASHI" userId="3ce8b389b0d85fa1" providerId="LiveId" clId="{9A2B5AC8-58E8-4457-B0A2-64EF4C20ABA7}" dt="2025-05-24T13:30:12.653" v="6" actId="478"/>
          <ac:spMkLst>
            <pc:docMk/>
            <pc:sldMk cId="4149751042" sldId="273"/>
            <ac:spMk id="14" creationId="{45BC3420-2DFA-4823-5AAD-4446D7010791}"/>
          </ac:spMkLst>
        </pc:spChg>
        <pc:spChg chg="del">
          <ac:chgData name="Hiroyuki TAKAHASHI" userId="3ce8b389b0d85fa1" providerId="LiveId" clId="{9A2B5AC8-58E8-4457-B0A2-64EF4C20ABA7}" dt="2025-05-24T13:30:12.653" v="6" actId="478"/>
          <ac:spMkLst>
            <pc:docMk/>
            <pc:sldMk cId="4149751042" sldId="273"/>
            <ac:spMk id="15" creationId="{215DCF2D-028D-143E-654C-648661C77B52}"/>
          </ac:spMkLst>
        </pc:spChg>
        <pc:spChg chg="del">
          <ac:chgData name="Hiroyuki TAKAHASHI" userId="3ce8b389b0d85fa1" providerId="LiveId" clId="{9A2B5AC8-58E8-4457-B0A2-64EF4C20ABA7}" dt="2025-05-24T13:30:17.596" v="7" actId="478"/>
          <ac:spMkLst>
            <pc:docMk/>
            <pc:sldMk cId="4149751042" sldId="273"/>
            <ac:spMk id="16" creationId="{15342CB5-10A9-19E0-5C92-C7F832C8A22F}"/>
          </ac:spMkLst>
        </pc:spChg>
        <pc:spChg chg="del">
          <ac:chgData name="Hiroyuki TAKAHASHI" userId="3ce8b389b0d85fa1" providerId="LiveId" clId="{9A2B5AC8-58E8-4457-B0A2-64EF4C20ABA7}" dt="2025-05-24T13:30:17.596" v="7" actId="478"/>
          <ac:spMkLst>
            <pc:docMk/>
            <pc:sldMk cId="4149751042" sldId="273"/>
            <ac:spMk id="17" creationId="{C7211652-E5CC-80D4-9039-8B97A74139A1}"/>
          </ac:spMkLst>
        </pc:spChg>
        <pc:spChg chg="add mod">
          <ac:chgData name="Hiroyuki TAKAHASHI" userId="3ce8b389b0d85fa1" providerId="LiveId" clId="{9A2B5AC8-58E8-4457-B0A2-64EF4C20ABA7}" dt="2025-05-24T13:30:33.604" v="8"/>
          <ac:spMkLst>
            <pc:docMk/>
            <pc:sldMk cId="4149751042" sldId="273"/>
            <ac:spMk id="18" creationId="{CA2CF772-195C-9F0F-5DD0-A47D28812C99}"/>
          </ac:spMkLst>
        </pc:spChg>
        <pc:spChg chg="add mod">
          <ac:chgData name="Hiroyuki TAKAHASHI" userId="3ce8b389b0d85fa1" providerId="LiveId" clId="{9A2B5AC8-58E8-4457-B0A2-64EF4C20ABA7}" dt="2025-05-24T13:30:33.604" v="8"/>
          <ac:spMkLst>
            <pc:docMk/>
            <pc:sldMk cId="4149751042" sldId="273"/>
            <ac:spMk id="19" creationId="{9840993C-F5DE-2279-EAA2-E8E3A1159863}"/>
          </ac:spMkLst>
        </pc:spChg>
        <pc:spChg chg="add mod">
          <ac:chgData name="Hiroyuki TAKAHASHI" userId="3ce8b389b0d85fa1" providerId="LiveId" clId="{9A2B5AC8-58E8-4457-B0A2-64EF4C20ABA7}" dt="2025-05-24T13:30:33.604" v="8"/>
          <ac:spMkLst>
            <pc:docMk/>
            <pc:sldMk cId="4149751042" sldId="273"/>
            <ac:spMk id="20" creationId="{719FCFCD-4E39-A83D-6E9A-D94C66FBE29E}"/>
          </ac:spMkLst>
        </pc:spChg>
        <pc:spChg chg="add mod">
          <ac:chgData name="Hiroyuki TAKAHASHI" userId="3ce8b389b0d85fa1" providerId="LiveId" clId="{9A2B5AC8-58E8-4457-B0A2-64EF4C20ABA7}" dt="2025-05-24T13:30:33.604" v="8"/>
          <ac:spMkLst>
            <pc:docMk/>
            <pc:sldMk cId="4149751042" sldId="273"/>
            <ac:spMk id="21" creationId="{0BC5F46C-40CB-2AA3-88BE-2232D45A4F8D}"/>
          </ac:spMkLst>
        </pc:spChg>
        <pc:spChg chg="add del mod">
          <ac:chgData name="Hiroyuki TAKAHASHI" userId="3ce8b389b0d85fa1" providerId="LiveId" clId="{9A2B5AC8-58E8-4457-B0A2-64EF4C20ABA7}" dt="2025-05-25T03:42:02.392" v="33" actId="478"/>
          <ac:spMkLst>
            <pc:docMk/>
            <pc:sldMk cId="4149751042" sldId="273"/>
            <ac:spMk id="22" creationId="{88E77EA9-4E49-F552-B498-4369E9CFC195}"/>
          </ac:spMkLst>
        </pc:spChg>
        <pc:spChg chg="add mod">
          <ac:chgData name="Hiroyuki TAKAHASHI" userId="3ce8b389b0d85fa1" providerId="LiveId" clId="{9A2B5AC8-58E8-4457-B0A2-64EF4C20ABA7}" dt="2025-05-24T13:30:37.474" v="10"/>
          <ac:spMkLst>
            <pc:docMk/>
            <pc:sldMk cId="4149751042" sldId="273"/>
            <ac:spMk id="23" creationId="{7758E486-67C7-40D1-A889-443BE5080779}"/>
          </ac:spMkLst>
        </pc:spChg>
        <pc:spChg chg="add mod">
          <ac:chgData name="Hiroyuki TAKAHASHI" userId="3ce8b389b0d85fa1" providerId="LiveId" clId="{9A2B5AC8-58E8-4457-B0A2-64EF4C20ABA7}" dt="2025-05-24T13:30:37.474" v="10"/>
          <ac:spMkLst>
            <pc:docMk/>
            <pc:sldMk cId="4149751042" sldId="273"/>
            <ac:spMk id="24" creationId="{092F13C5-7E85-D160-75E4-4BDEB47DC03F}"/>
          </ac:spMkLst>
        </pc:spChg>
        <pc:spChg chg="add mod">
          <ac:chgData name="Hiroyuki TAKAHASHI" userId="3ce8b389b0d85fa1" providerId="LiveId" clId="{9A2B5AC8-58E8-4457-B0A2-64EF4C20ABA7}" dt="2025-05-24T13:30:37.474" v="10"/>
          <ac:spMkLst>
            <pc:docMk/>
            <pc:sldMk cId="4149751042" sldId="273"/>
            <ac:spMk id="25" creationId="{F401A38D-DDE7-8F41-3F6F-250E6B4FDB0F}"/>
          </ac:spMkLst>
        </pc:spChg>
        <pc:spChg chg="add mod">
          <ac:chgData name="Hiroyuki TAKAHASHI" userId="3ce8b389b0d85fa1" providerId="LiveId" clId="{9A2B5AC8-58E8-4457-B0A2-64EF4C20ABA7}" dt="2025-05-24T13:30:45.603" v="11"/>
          <ac:spMkLst>
            <pc:docMk/>
            <pc:sldMk cId="4149751042" sldId="273"/>
            <ac:spMk id="26" creationId="{8ADB11A8-7A8E-5EF3-F029-F0B7200CA7CF}"/>
          </ac:spMkLst>
        </pc:spChg>
        <pc:spChg chg="add mod">
          <ac:chgData name="Hiroyuki TAKAHASHI" userId="3ce8b389b0d85fa1" providerId="LiveId" clId="{9A2B5AC8-58E8-4457-B0A2-64EF4C20ABA7}" dt="2025-05-24T13:30:45.603" v="11"/>
          <ac:spMkLst>
            <pc:docMk/>
            <pc:sldMk cId="4149751042" sldId="273"/>
            <ac:spMk id="27" creationId="{6CEF096E-5016-E90E-92A3-F2753F865571}"/>
          </ac:spMkLst>
        </pc:spChg>
        <pc:spChg chg="add mod">
          <ac:chgData name="Hiroyuki TAKAHASHI" userId="3ce8b389b0d85fa1" providerId="LiveId" clId="{9A2B5AC8-58E8-4457-B0A2-64EF4C20ABA7}" dt="2025-05-24T13:30:45.603" v="11"/>
          <ac:spMkLst>
            <pc:docMk/>
            <pc:sldMk cId="4149751042" sldId="273"/>
            <ac:spMk id="28" creationId="{8D3D76FE-D848-DFBD-5D78-19E8A2192AAD}"/>
          </ac:spMkLst>
        </pc:spChg>
        <pc:spChg chg="add mod">
          <ac:chgData name="Hiroyuki TAKAHASHI" userId="3ce8b389b0d85fa1" providerId="LiveId" clId="{9A2B5AC8-58E8-4457-B0A2-64EF4C20ABA7}" dt="2025-05-24T13:30:45.603" v="11"/>
          <ac:spMkLst>
            <pc:docMk/>
            <pc:sldMk cId="4149751042" sldId="273"/>
            <ac:spMk id="29" creationId="{1C7C7565-0F73-6C69-682B-DE98F82AAFE9}"/>
          </ac:spMkLst>
        </pc:spChg>
        <pc:spChg chg="add mod">
          <ac:chgData name="Hiroyuki TAKAHASHI" userId="3ce8b389b0d85fa1" providerId="LiveId" clId="{9A2B5AC8-58E8-4457-B0A2-64EF4C20ABA7}" dt="2025-05-24T13:30:45.603" v="11"/>
          <ac:spMkLst>
            <pc:docMk/>
            <pc:sldMk cId="4149751042" sldId="273"/>
            <ac:spMk id="30" creationId="{4DCDB100-C75D-CABE-211A-0270474F53CC}"/>
          </ac:spMkLst>
        </pc:spChg>
      </pc:sldChg>
      <pc:sldMasterChg chg="setBg modSldLayout">
        <pc:chgData name="Hiroyuki TAKAHASHI" userId="3ce8b389b0d85fa1" providerId="LiveId" clId="{9A2B5AC8-58E8-4457-B0A2-64EF4C20ABA7}" dt="2025-05-25T02:54:26.663" v="18"/>
        <pc:sldMasterMkLst>
          <pc:docMk/>
          <pc:sldMasterMk cId="1426505887" sldId="2147483665"/>
        </pc:sldMasterMkLst>
        <pc:sldLayoutChg chg="setBg">
          <pc:chgData name="Hiroyuki TAKAHASHI" userId="3ce8b389b0d85fa1" providerId="LiveId" clId="{9A2B5AC8-58E8-4457-B0A2-64EF4C20ABA7}" dt="2025-05-25T02:54:16.686" v="15"/>
          <pc:sldLayoutMkLst>
            <pc:docMk/>
            <pc:sldMasterMk cId="1426505887" sldId="2147483665"/>
            <pc:sldLayoutMk cId="1294985298" sldId="214748366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59DA592-5F88-E54B-954E-C3C136F3960C}"/>
              </a:ext>
            </a:extLst>
          </p:cNvPr>
          <p:cNvSpPr>
            <a:spLocks noGrp="1" noChangeArrowheads="1"/>
          </p:cNvSpPr>
          <p:nvPr>
            <p:ph type="hdr" sz="quarter"/>
          </p:nvPr>
        </p:nvSpPr>
        <p:spPr bwMode="auto">
          <a:xfrm>
            <a:off x="0" y="0"/>
            <a:ext cx="6324600" cy="1055688"/>
          </a:xfrm>
          <a:prstGeom prst="rect">
            <a:avLst/>
          </a:prstGeom>
          <a:noFill/>
          <a:ln w="9525">
            <a:noFill/>
            <a:miter lim="800000"/>
            <a:headEnd/>
            <a:tailEnd/>
          </a:ln>
          <a:effectLst/>
        </p:spPr>
        <p:txBody>
          <a:bodyPr vert="horz" wrap="square" lIns="196900" tIns="98450" rIns="196900" bIns="98450" numCol="1" anchor="t" anchorCtr="0" compatLnSpc="1">
            <a:prstTxWarp prst="textNoShape">
              <a:avLst/>
            </a:prstTxWarp>
          </a:bodyPr>
          <a:lstStyle>
            <a:lvl1pPr defTabSz="1968500">
              <a:defRPr sz="2600">
                <a:ea typeface="ＭＳ Ｐゴシック" pitchFamily="50" charset="-128"/>
              </a:defRPr>
            </a:lvl1pPr>
          </a:lstStyle>
          <a:p>
            <a:pPr>
              <a:defRPr/>
            </a:pPr>
            <a:endParaRPr lang="en-US" altLang="ja-JP"/>
          </a:p>
        </p:txBody>
      </p:sp>
      <p:sp>
        <p:nvSpPr>
          <p:cNvPr id="5123" name="Rectangle 3">
            <a:extLst>
              <a:ext uri="{FF2B5EF4-FFF2-40B4-BE49-F238E27FC236}">
                <a16:creationId xmlns:a16="http://schemas.microsoft.com/office/drawing/2014/main" id="{BD05C139-080E-2548-AEA9-AF5A6E6E659D}"/>
              </a:ext>
            </a:extLst>
          </p:cNvPr>
          <p:cNvSpPr>
            <a:spLocks noGrp="1" noChangeArrowheads="1"/>
          </p:cNvSpPr>
          <p:nvPr>
            <p:ph type="dt" sz="quarter" idx="1"/>
          </p:nvPr>
        </p:nvSpPr>
        <p:spPr bwMode="auto">
          <a:xfrm>
            <a:off x="8272463" y="0"/>
            <a:ext cx="6324600" cy="1055688"/>
          </a:xfrm>
          <a:prstGeom prst="rect">
            <a:avLst/>
          </a:prstGeom>
          <a:noFill/>
          <a:ln w="9525">
            <a:noFill/>
            <a:miter lim="800000"/>
            <a:headEnd/>
            <a:tailEnd/>
          </a:ln>
          <a:effectLst/>
        </p:spPr>
        <p:txBody>
          <a:bodyPr vert="horz" wrap="square" lIns="196900" tIns="98450" rIns="196900" bIns="98450" numCol="1" anchor="t" anchorCtr="0" compatLnSpc="1">
            <a:prstTxWarp prst="textNoShape">
              <a:avLst/>
            </a:prstTxWarp>
          </a:bodyPr>
          <a:lstStyle>
            <a:lvl1pPr algn="r" defTabSz="1968500">
              <a:defRPr sz="2600">
                <a:ea typeface="ＭＳ Ｐゴシック" pitchFamily="50" charset="-128"/>
              </a:defRPr>
            </a:lvl1pPr>
          </a:lstStyle>
          <a:p>
            <a:pPr>
              <a:defRPr/>
            </a:pPr>
            <a:endParaRPr lang="en-US" altLang="ja-JP"/>
          </a:p>
        </p:txBody>
      </p:sp>
      <p:sp>
        <p:nvSpPr>
          <p:cNvPr id="5124" name="Rectangle 4">
            <a:extLst>
              <a:ext uri="{FF2B5EF4-FFF2-40B4-BE49-F238E27FC236}">
                <a16:creationId xmlns:a16="http://schemas.microsoft.com/office/drawing/2014/main" id="{D3027D88-FF63-544E-B8F1-CD9CD49FE1BC}"/>
              </a:ext>
            </a:extLst>
          </p:cNvPr>
          <p:cNvSpPr>
            <a:spLocks noGrp="1" noChangeArrowheads="1"/>
          </p:cNvSpPr>
          <p:nvPr>
            <p:ph type="ftr" sz="quarter" idx="2"/>
          </p:nvPr>
        </p:nvSpPr>
        <p:spPr bwMode="auto">
          <a:xfrm>
            <a:off x="0" y="20051713"/>
            <a:ext cx="6324600" cy="1055687"/>
          </a:xfrm>
          <a:prstGeom prst="rect">
            <a:avLst/>
          </a:prstGeom>
          <a:noFill/>
          <a:ln w="9525">
            <a:noFill/>
            <a:miter lim="800000"/>
            <a:headEnd/>
            <a:tailEnd/>
          </a:ln>
          <a:effectLst/>
        </p:spPr>
        <p:txBody>
          <a:bodyPr vert="horz" wrap="square" lIns="196900" tIns="98450" rIns="196900" bIns="98450" numCol="1" anchor="b" anchorCtr="0" compatLnSpc="1">
            <a:prstTxWarp prst="textNoShape">
              <a:avLst/>
            </a:prstTxWarp>
          </a:bodyPr>
          <a:lstStyle>
            <a:lvl1pPr defTabSz="1968500">
              <a:defRPr sz="2600">
                <a:ea typeface="ＭＳ Ｐゴシック" pitchFamily="50" charset="-128"/>
              </a:defRPr>
            </a:lvl1pPr>
          </a:lstStyle>
          <a:p>
            <a:pPr>
              <a:defRPr/>
            </a:pPr>
            <a:endParaRPr lang="en-US" altLang="ja-JP"/>
          </a:p>
        </p:txBody>
      </p:sp>
      <p:sp>
        <p:nvSpPr>
          <p:cNvPr id="5125" name="Rectangle 5">
            <a:extLst>
              <a:ext uri="{FF2B5EF4-FFF2-40B4-BE49-F238E27FC236}">
                <a16:creationId xmlns:a16="http://schemas.microsoft.com/office/drawing/2014/main" id="{25E8D4B3-1F5B-9044-B886-14F6FE333E98}"/>
              </a:ext>
            </a:extLst>
          </p:cNvPr>
          <p:cNvSpPr>
            <a:spLocks noGrp="1" noChangeArrowheads="1"/>
          </p:cNvSpPr>
          <p:nvPr>
            <p:ph type="sldNum" sz="quarter" idx="3"/>
          </p:nvPr>
        </p:nvSpPr>
        <p:spPr bwMode="auto">
          <a:xfrm>
            <a:off x="8272463" y="20051713"/>
            <a:ext cx="6324600" cy="1055687"/>
          </a:xfrm>
          <a:prstGeom prst="rect">
            <a:avLst/>
          </a:prstGeom>
          <a:noFill/>
          <a:ln w="9525">
            <a:noFill/>
            <a:miter lim="800000"/>
            <a:headEnd/>
            <a:tailEnd/>
          </a:ln>
          <a:effectLst/>
        </p:spPr>
        <p:txBody>
          <a:bodyPr vert="horz" wrap="square" lIns="196900" tIns="98450" rIns="196900" bIns="98450" numCol="1" anchor="b" anchorCtr="0" compatLnSpc="1">
            <a:prstTxWarp prst="textNoShape">
              <a:avLst/>
            </a:prstTxWarp>
          </a:bodyPr>
          <a:lstStyle>
            <a:lvl1pPr algn="r" defTabSz="1968500">
              <a:defRPr sz="2600"/>
            </a:lvl1pPr>
          </a:lstStyle>
          <a:p>
            <a:fld id="{1EFC8496-1004-0F49-ADCE-70E852CADCBA}" type="slidenum">
              <a:rPr lang="en-US" altLang="ja-JP"/>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25C1222-AA60-AB4C-BA33-9EB6EC90F970}"/>
              </a:ext>
            </a:extLst>
          </p:cNvPr>
          <p:cNvSpPr>
            <a:spLocks noGrp="1" noChangeArrowheads="1"/>
          </p:cNvSpPr>
          <p:nvPr>
            <p:ph type="hdr" sz="quarter"/>
          </p:nvPr>
        </p:nvSpPr>
        <p:spPr bwMode="auto">
          <a:xfrm>
            <a:off x="0" y="0"/>
            <a:ext cx="6326188" cy="10556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6147" name="Rectangle 3">
            <a:extLst>
              <a:ext uri="{FF2B5EF4-FFF2-40B4-BE49-F238E27FC236}">
                <a16:creationId xmlns:a16="http://schemas.microsoft.com/office/drawing/2014/main" id="{5D335703-604D-8840-B55C-E70670A6FC28}"/>
              </a:ext>
            </a:extLst>
          </p:cNvPr>
          <p:cNvSpPr>
            <a:spLocks noGrp="1" noChangeArrowheads="1"/>
          </p:cNvSpPr>
          <p:nvPr>
            <p:ph type="dt" idx="1"/>
          </p:nvPr>
        </p:nvSpPr>
        <p:spPr bwMode="auto">
          <a:xfrm>
            <a:off x="8267700" y="0"/>
            <a:ext cx="6326188" cy="10556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ＭＳ Ｐゴシック" pitchFamily="50" charset="-128"/>
              </a:defRPr>
            </a:lvl1pPr>
          </a:lstStyle>
          <a:p>
            <a:pPr>
              <a:defRPr/>
            </a:pPr>
            <a:endParaRPr lang="en-US" altLang="ja-JP"/>
          </a:p>
        </p:txBody>
      </p:sp>
      <p:sp>
        <p:nvSpPr>
          <p:cNvPr id="4100" name="Rectangle 4">
            <a:extLst>
              <a:ext uri="{FF2B5EF4-FFF2-40B4-BE49-F238E27FC236}">
                <a16:creationId xmlns:a16="http://schemas.microsoft.com/office/drawing/2014/main" id="{8FE3D853-B0C1-1A42-B2E2-6DB951ED3511}"/>
              </a:ext>
            </a:extLst>
          </p:cNvPr>
          <p:cNvSpPr>
            <a:spLocks noGrp="1" noRot="1" noChangeAspect="1" noChangeArrowheads="1" noTextEdit="1"/>
          </p:cNvSpPr>
          <p:nvPr>
            <p:ph type="sldImg" idx="2"/>
          </p:nvPr>
        </p:nvSpPr>
        <p:spPr bwMode="auto">
          <a:xfrm>
            <a:off x="1703388" y="1582738"/>
            <a:ext cx="11191875" cy="791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AC885E8F-8EB1-E24A-B86E-C9C053B954D7}"/>
              </a:ext>
            </a:extLst>
          </p:cNvPr>
          <p:cNvSpPr>
            <a:spLocks noGrp="1" noChangeArrowheads="1"/>
          </p:cNvSpPr>
          <p:nvPr>
            <p:ph type="body" sz="quarter" idx="3"/>
          </p:nvPr>
        </p:nvSpPr>
        <p:spPr bwMode="auto">
          <a:xfrm>
            <a:off x="1460500" y="10026650"/>
            <a:ext cx="11677650" cy="9498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150" name="Rectangle 6">
            <a:extLst>
              <a:ext uri="{FF2B5EF4-FFF2-40B4-BE49-F238E27FC236}">
                <a16:creationId xmlns:a16="http://schemas.microsoft.com/office/drawing/2014/main" id="{68145291-64F3-C949-83D1-094C2285CB0B}"/>
              </a:ext>
            </a:extLst>
          </p:cNvPr>
          <p:cNvSpPr>
            <a:spLocks noGrp="1" noChangeArrowheads="1"/>
          </p:cNvSpPr>
          <p:nvPr>
            <p:ph type="ftr" sz="quarter" idx="4"/>
          </p:nvPr>
        </p:nvSpPr>
        <p:spPr bwMode="auto">
          <a:xfrm>
            <a:off x="0" y="20048538"/>
            <a:ext cx="6326188" cy="10556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6151" name="Rectangle 7">
            <a:extLst>
              <a:ext uri="{FF2B5EF4-FFF2-40B4-BE49-F238E27FC236}">
                <a16:creationId xmlns:a16="http://schemas.microsoft.com/office/drawing/2014/main" id="{8E39246C-E20F-E04F-A03D-FD095DC1D539}"/>
              </a:ext>
            </a:extLst>
          </p:cNvPr>
          <p:cNvSpPr>
            <a:spLocks noGrp="1" noChangeArrowheads="1"/>
          </p:cNvSpPr>
          <p:nvPr>
            <p:ph type="sldNum" sz="quarter" idx="5"/>
          </p:nvPr>
        </p:nvSpPr>
        <p:spPr bwMode="auto">
          <a:xfrm>
            <a:off x="8267700" y="20048538"/>
            <a:ext cx="6326188" cy="10556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DB0DEA4-E0F6-FD42-B43D-9FF702984A75}"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1pPr>
    <a:lvl2pPr marL="52674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2pPr>
    <a:lvl3pPr marL="105348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3pPr>
    <a:lvl4pPr marL="158022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4pPr>
    <a:lvl5pPr marL="210696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5pPr>
    <a:lvl6pPr marL="2633701" algn="l" defTabSz="1053480" rtl="0" eaLnBrk="1" latinLnBrk="0" hangingPunct="1">
      <a:defRPr kumimoji="1" sz="1383" kern="1200">
        <a:solidFill>
          <a:schemeClr val="tx1"/>
        </a:solidFill>
        <a:latin typeface="+mn-lt"/>
        <a:ea typeface="+mn-ea"/>
        <a:cs typeface="+mn-cs"/>
      </a:defRPr>
    </a:lvl6pPr>
    <a:lvl7pPr marL="3160441" algn="l" defTabSz="1053480" rtl="0" eaLnBrk="1" latinLnBrk="0" hangingPunct="1">
      <a:defRPr kumimoji="1" sz="1383" kern="1200">
        <a:solidFill>
          <a:schemeClr val="tx1"/>
        </a:solidFill>
        <a:latin typeface="+mn-lt"/>
        <a:ea typeface="+mn-ea"/>
        <a:cs typeface="+mn-cs"/>
      </a:defRPr>
    </a:lvl7pPr>
    <a:lvl8pPr marL="3687181" algn="l" defTabSz="1053480" rtl="0" eaLnBrk="1" latinLnBrk="0" hangingPunct="1">
      <a:defRPr kumimoji="1" sz="1383" kern="1200">
        <a:solidFill>
          <a:schemeClr val="tx1"/>
        </a:solidFill>
        <a:latin typeface="+mn-lt"/>
        <a:ea typeface="+mn-ea"/>
        <a:cs typeface="+mn-cs"/>
      </a:defRPr>
    </a:lvl8pPr>
    <a:lvl9pPr marL="4213921" algn="l" defTabSz="1053480" rtl="0" eaLnBrk="1" latinLnBrk="0" hangingPunct="1">
      <a:defRPr kumimoji="1" sz="138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アブストラクトページ用（プライマリークラス）">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985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1C593D-50EE-492C-BF62-7061D8451F9F}"/>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771528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2227AF-C1D2-4D5B-BB89-3FC06B4051D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C9BB6EF-1BBD-44F7-8105-357758AD351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5177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378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ja-JP" altLang="en-US"/>
              <a:t>マスター タイトルの書式設定</a:t>
            </a:r>
            <a:endParaRPr lang="en-US" dirty="0"/>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91387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3787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solidFill>
              </a:defRPr>
            </a:lvl1pPr>
            <a:lvl2pPr marL="712775" indent="0">
              <a:buNone/>
              <a:defRPr sz="3118">
                <a:solidFill>
                  <a:schemeClr val="tx1">
                    <a:tint val="75000"/>
                  </a:schemeClr>
                </a:solidFill>
              </a:defRPr>
            </a:lvl2pPr>
            <a:lvl3pPr marL="1425550" indent="0">
              <a:buNone/>
              <a:defRPr sz="2806">
                <a:solidFill>
                  <a:schemeClr val="tx1">
                    <a:tint val="75000"/>
                  </a:schemeClr>
                </a:solidFill>
              </a:defRPr>
            </a:lvl3pPr>
            <a:lvl4pPr marL="2138324" indent="0">
              <a:buNone/>
              <a:defRPr sz="2494">
                <a:solidFill>
                  <a:schemeClr val="tx1">
                    <a:tint val="75000"/>
                  </a:schemeClr>
                </a:solidFill>
              </a:defRPr>
            </a:lvl4pPr>
            <a:lvl5pPr marL="2851099" indent="0">
              <a:buNone/>
              <a:defRPr sz="2494">
                <a:solidFill>
                  <a:schemeClr val="tx1">
                    <a:tint val="75000"/>
                  </a:schemeClr>
                </a:solidFill>
              </a:defRPr>
            </a:lvl5pPr>
            <a:lvl6pPr marL="3563874" indent="0">
              <a:buNone/>
              <a:defRPr sz="2494">
                <a:solidFill>
                  <a:schemeClr val="tx1">
                    <a:tint val="75000"/>
                  </a:schemeClr>
                </a:solidFill>
              </a:defRPr>
            </a:lvl6pPr>
            <a:lvl7pPr marL="4276649" indent="0">
              <a:buNone/>
              <a:defRPr sz="2494">
                <a:solidFill>
                  <a:schemeClr val="tx1">
                    <a:tint val="75000"/>
                  </a:schemeClr>
                </a:solidFill>
              </a:defRPr>
            </a:lvl7pPr>
            <a:lvl8pPr marL="4989424" indent="0">
              <a:buNone/>
              <a:defRPr sz="2494">
                <a:solidFill>
                  <a:schemeClr val="tx1">
                    <a:tint val="75000"/>
                  </a:schemeClr>
                </a:solidFill>
              </a:defRPr>
            </a:lvl8pPr>
            <a:lvl9pPr marL="5702198" indent="0">
              <a:buNone/>
              <a:defRPr sz="2494">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dirty="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46774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39455" y="2846200"/>
            <a:ext cx="6425724" cy="67838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7654171" y="2846200"/>
            <a:ext cx="6425724" cy="67838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1028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ja-JP" altLang="en-US"/>
              <a:t>マスター テキストの書式設定</a:t>
            </a:r>
          </a:p>
        </p:txBody>
      </p:sp>
      <p:sp>
        <p:nvSpPr>
          <p:cNvPr id="4" name="Content Placeholder 3"/>
          <p:cNvSpPr>
            <a:spLocks noGrp="1"/>
          </p:cNvSpPr>
          <p:nvPr>
            <p:ph sz="half" idx="2"/>
          </p:nvPr>
        </p:nvSpPr>
        <p:spPr>
          <a:xfrm>
            <a:off x="1041426" y="3905482"/>
            <a:ext cx="6396193" cy="57443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ja-JP" altLang="en-US"/>
              <a:t>マスター テキストの書式設定</a:t>
            </a:r>
          </a:p>
        </p:txBody>
      </p:sp>
      <p:sp>
        <p:nvSpPr>
          <p:cNvPr id="6" name="Content Placeholder 5"/>
          <p:cNvSpPr>
            <a:spLocks noGrp="1"/>
          </p:cNvSpPr>
          <p:nvPr>
            <p:ph sz="quarter" idx="4"/>
          </p:nvPr>
        </p:nvSpPr>
        <p:spPr>
          <a:xfrm>
            <a:off x="7654172" y="3905482"/>
            <a:ext cx="6427693" cy="57443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0909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92476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46857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ja-JP" altLang="en-US"/>
              <a:t>マスター タイトルの書式設定</a:t>
            </a:r>
            <a:endParaRPr lang="en-US" dirty="0"/>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5/25/2025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86624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5/25/2025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53377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33267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84348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6505887"/>
      </p:ext>
    </p:extLst>
  </p:cSld>
  <p:clrMap bg1="lt1" tx1="dk1" bg2="lt2" tx2="dk2" accent1="accent1" accent2="accent2" accent3="accent3" accent4="accent4" accent5="accent5" accent6="accent6" hlink="hlink" folHlink="folHlink"/>
  <p:sldLayoutIdLst>
    <p:sldLayoutId id="2147483666" r:id="rId1"/>
  </p:sldLayoutIdLst>
  <p:txStyles>
    <p:titleStyle>
      <a:lvl1pPr algn="l" defTabSz="862174" rtl="0" eaLnBrk="1" latinLnBrk="0" hangingPunct="1">
        <a:lnSpc>
          <a:spcPct val="90000"/>
        </a:lnSpc>
        <a:spcBef>
          <a:spcPct val="0"/>
        </a:spcBef>
        <a:buNone/>
        <a:defRPr kumimoji="1" sz="4148" kern="1200">
          <a:solidFill>
            <a:schemeClr val="tx1"/>
          </a:solidFill>
          <a:latin typeface="+mj-lt"/>
          <a:ea typeface="+mj-ea"/>
          <a:cs typeface="+mj-cs"/>
        </a:defRPr>
      </a:lvl1pPr>
    </p:titleStyle>
    <p:bodyStyle>
      <a:lvl1pPr marL="215544" indent="-215544" algn="l" defTabSz="862174" rtl="0" eaLnBrk="1" latinLnBrk="0" hangingPunct="1">
        <a:lnSpc>
          <a:spcPct val="90000"/>
        </a:lnSpc>
        <a:spcBef>
          <a:spcPts val="943"/>
        </a:spcBef>
        <a:buFont typeface="Arial" panose="020B0604020202020204" pitchFamily="34" charset="0"/>
        <a:buChar char="•"/>
        <a:defRPr kumimoji="1" sz="2640" kern="1200">
          <a:solidFill>
            <a:schemeClr val="tx1"/>
          </a:solidFill>
          <a:latin typeface="+mn-lt"/>
          <a:ea typeface="+mn-ea"/>
          <a:cs typeface="+mn-cs"/>
        </a:defRPr>
      </a:lvl1pPr>
      <a:lvl2pPr marL="646631" indent="-215544" algn="l" defTabSz="862174" rtl="0" eaLnBrk="1" latinLnBrk="0" hangingPunct="1">
        <a:lnSpc>
          <a:spcPct val="90000"/>
        </a:lnSpc>
        <a:spcBef>
          <a:spcPts val="471"/>
        </a:spcBef>
        <a:buFont typeface="Arial" panose="020B0604020202020204" pitchFamily="34" charset="0"/>
        <a:buChar char="•"/>
        <a:defRPr kumimoji="1" sz="2263" kern="1200">
          <a:solidFill>
            <a:schemeClr val="tx1"/>
          </a:solidFill>
          <a:latin typeface="+mn-lt"/>
          <a:ea typeface="+mn-ea"/>
          <a:cs typeface="+mn-cs"/>
        </a:defRPr>
      </a:lvl2pPr>
      <a:lvl3pPr marL="1077718" indent="-215544" algn="l" defTabSz="862174" rtl="0" eaLnBrk="1" latinLnBrk="0" hangingPunct="1">
        <a:lnSpc>
          <a:spcPct val="90000"/>
        </a:lnSpc>
        <a:spcBef>
          <a:spcPts val="471"/>
        </a:spcBef>
        <a:buFont typeface="Arial" panose="020B0604020202020204" pitchFamily="34" charset="0"/>
        <a:buChar char="•"/>
        <a:defRPr kumimoji="1" sz="1885" kern="1200">
          <a:solidFill>
            <a:schemeClr val="tx1"/>
          </a:solidFill>
          <a:latin typeface="+mn-lt"/>
          <a:ea typeface="+mn-ea"/>
          <a:cs typeface="+mn-cs"/>
        </a:defRPr>
      </a:lvl3pPr>
      <a:lvl4pPr marL="1508804"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4pPr>
      <a:lvl5pPr marL="1939892"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5pPr>
      <a:lvl6pPr marL="2370979"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6pPr>
      <a:lvl7pPr marL="2802066"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7pPr>
      <a:lvl8pPr marL="3233153"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8pPr>
      <a:lvl9pPr marL="3664241"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9pPr>
    </p:bodyStyle>
    <p:otherStyle>
      <a:defPPr>
        <a:defRPr lang="ja-JP"/>
      </a:defPPr>
      <a:lvl1pPr marL="0" algn="l" defTabSz="862174" rtl="0" eaLnBrk="1" latinLnBrk="0" hangingPunct="1">
        <a:defRPr kumimoji="1" sz="1697" kern="1200">
          <a:solidFill>
            <a:schemeClr val="tx1"/>
          </a:solidFill>
          <a:latin typeface="+mn-lt"/>
          <a:ea typeface="+mn-ea"/>
          <a:cs typeface="+mn-cs"/>
        </a:defRPr>
      </a:lvl1pPr>
      <a:lvl2pPr marL="431087" algn="l" defTabSz="862174" rtl="0" eaLnBrk="1" latinLnBrk="0" hangingPunct="1">
        <a:defRPr kumimoji="1" sz="1697" kern="1200">
          <a:solidFill>
            <a:schemeClr val="tx1"/>
          </a:solidFill>
          <a:latin typeface="+mn-lt"/>
          <a:ea typeface="+mn-ea"/>
          <a:cs typeface="+mn-cs"/>
        </a:defRPr>
      </a:lvl2pPr>
      <a:lvl3pPr marL="862174" algn="l" defTabSz="862174" rtl="0" eaLnBrk="1" latinLnBrk="0" hangingPunct="1">
        <a:defRPr kumimoji="1" sz="1697" kern="1200">
          <a:solidFill>
            <a:schemeClr val="tx1"/>
          </a:solidFill>
          <a:latin typeface="+mn-lt"/>
          <a:ea typeface="+mn-ea"/>
          <a:cs typeface="+mn-cs"/>
        </a:defRPr>
      </a:lvl3pPr>
      <a:lvl4pPr marL="1293262" algn="l" defTabSz="862174" rtl="0" eaLnBrk="1" latinLnBrk="0" hangingPunct="1">
        <a:defRPr kumimoji="1" sz="1697" kern="1200">
          <a:solidFill>
            <a:schemeClr val="tx1"/>
          </a:solidFill>
          <a:latin typeface="+mn-lt"/>
          <a:ea typeface="+mn-ea"/>
          <a:cs typeface="+mn-cs"/>
        </a:defRPr>
      </a:lvl4pPr>
      <a:lvl5pPr marL="1724348" algn="l" defTabSz="862174" rtl="0" eaLnBrk="1" latinLnBrk="0" hangingPunct="1">
        <a:defRPr kumimoji="1" sz="1697" kern="1200">
          <a:solidFill>
            <a:schemeClr val="tx1"/>
          </a:solidFill>
          <a:latin typeface="+mn-lt"/>
          <a:ea typeface="+mn-ea"/>
          <a:cs typeface="+mn-cs"/>
        </a:defRPr>
      </a:lvl5pPr>
      <a:lvl6pPr marL="2155435" algn="l" defTabSz="862174" rtl="0" eaLnBrk="1" latinLnBrk="0" hangingPunct="1">
        <a:defRPr kumimoji="1" sz="1697" kern="1200">
          <a:solidFill>
            <a:schemeClr val="tx1"/>
          </a:solidFill>
          <a:latin typeface="+mn-lt"/>
          <a:ea typeface="+mn-ea"/>
          <a:cs typeface="+mn-cs"/>
        </a:defRPr>
      </a:lvl6pPr>
      <a:lvl7pPr marL="2586522" algn="l" defTabSz="862174" rtl="0" eaLnBrk="1" latinLnBrk="0" hangingPunct="1">
        <a:defRPr kumimoji="1" sz="1697" kern="1200">
          <a:solidFill>
            <a:schemeClr val="tx1"/>
          </a:solidFill>
          <a:latin typeface="+mn-lt"/>
          <a:ea typeface="+mn-ea"/>
          <a:cs typeface="+mn-cs"/>
        </a:defRPr>
      </a:lvl7pPr>
      <a:lvl8pPr marL="3017610" algn="l" defTabSz="862174" rtl="0" eaLnBrk="1" latinLnBrk="0" hangingPunct="1">
        <a:defRPr kumimoji="1" sz="1697" kern="1200">
          <a:solidFill>
            <a:schemeClr val="tx1"/>
          </a:solidFill>
          <a:latin typeface="+mn-lt"/>
          <a:ea typeface="+mn-ea"/>
          <a:cs typeface="+mn-cs"/>
        </a:defRPr>
      </a:lvl8pPr>
      <a:lvl9pPr marL="3448697" algn="l" defTabSz="862174" rtl="0" eaLnBrk="1" latinLnBrk="0" hangingPunct="1">
        <a:defRPr kumimoji="1" sz="169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FD3455A-94BB-4384-9D81-3373DDA6E786}"/>
              </a:ext>
            </a:extLst>
          </p:cNvPr>
          <p:cNvSpPr>
            <a:spLocks noGrp="1"/>
          </p:cNvSpPr>
          <p:nvPr>
            <p:ph type="title"/>
          </p:nvPr>
        </p:nvSpPr>
        <p:spPr>
          <a:xfrm>
            <a:off x="1038706" y="569241"/>
            <a:ext cx="13041939" cy="927667"/>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AD97918-B164-4912-9485-26849240275E}"/>
              </a:ext>
            </a:extLst>
          </p:cNvPr>
          <p:cNvSpPr>
            <a:spLocks noGrp="1"/>
          </p:cNvSpPr>
          <p:nvPr>
            <p:ph type="body" idx="1"/>
          </p:nvPr>
        </p:nvSpPr>
        <p:spPr>
          <a:xfrm>
            <a:off x="1038706" y="1416720"/>
            <a:ext cx="13041939" cy="898099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799147502"/>
      </p:ext>
    </p:extLst>
  </p:cSld>
  <p:clrMap bg1="lt1" tx1="dk1" bg2="lt2" tx2="dk2" accent1="accent1" accent2="accent2" accent3="accent3" accent4="accent4" accent5="accent5" accent6="accent6" hlink="hlink" folHlink="folHlink"/>
  <p:sldLayoutIdLst>
    <p:sldLayoutId id="2147483659" r:id="rId1"/>
    <p:sldLayoutId id="2147483655" r:id="rId2"/>
    <p:sldLayoutId id="2147483660" r:id="rId3"/>
  </p:sldLayoutIdLst>
  <p:txStyles>
    <p:titleStyle>
      <a:lvl1pPr algn="l" defTabSz="1018276" rtl="0" eaLnBrk="1" latinLnBrk="0" hangingPunct="1">
        <a:lnSpc>
          <a:spcPct val="90000"/>
        </a:lnSpc>
        <a:spcBef>
          <a:spcPct val="0"/>
        </a:spcBef>
        <a:buNone/>
        <a:defRPr kumimoji="1" sz="4900" kern="1200">
          <a:solidFill>
            <a:schemeClr val="tx1"/>
          </a:solidFill>
          <a:latin typeface="+mj-lt"/>
          <a:ea typeface="+mj-ea"/>
          <a:cs typeface="+mj-cs"/>
        </a:defRPr>
      </a:lvl1pPr>
    </p:titleStyle>
    <p:bodyStyle>
      <a:lvl1pPr marL="254569" indent="-254569" algn="l" defTabSz="1018276" rtl="0" eaLnBrk="1" latinLnBrk="0" hangingPunct="1">
        <a:lnSpc>
          <a:spcPct val="90000"/>
        </a:lnSpc>
        <a:spcBef>
          <a:spcPts val="1114"/>
        </a:spcBef>
        <a:buFont typeface="Arial" panose="020B0604020202020204" pitchFamily="34" charset="0"/>
        <a:buChar char="•"/>
        <a:defRPr kumimoji="1" sz="3118" kern="1200">
          <a:solidFill>
            <a:schemeClr val="tx1"/>
          </a:solidFill>
          <a:latin typeface="+mn-lt"/>
          <a:ea typeface="+mn-ea"/>
          <a:cs typeface="+mn-cs"/>
        </a:defRPr>
      </a:lvl1pPr>
      <a:lvl2pPr marL="763707" indent="-254569" algn="l" defTabSz="1018276" rtl="0" eaLnBrk="1" latinLnBrk="0" hangingPunct="1">
        <a:lnSpc>
          <a:spcPct val="90000"/>
        </a:lnSpc>
        <a:spcBef>
          <a:spcPts val="557"/>
        </a:spcBef>
        <a:buFont typeface="Arial" panose="020B0604020202020204" pitchFamily="34" charset="0"/>
        <a:buChar char="•"/>
        <a:defRPr kumimoji="1" sz="2673" kern="1200">
          <a:solidFill>
            <a:schemeClr val="tx1"/>
          </a:solidFill>
          <a:latin typeface="+mn-lt"/>
          <a:ea typeface="+mn-ea"/>
          <a:cs typeface="+mn-cs"/>
        </a:defRPr>
      </a:lvl2pPr>
      <a:lvl3pPr marL="1272845" indent="-254569" algn="l" defTabSz="1018276" rtl="0" eaLnBrk="1" latinLnBrk="0" hangingPunct="1">
        <a:lnSpc>
          <a:spcPct val="90000"/>
        </a:lnSpc>
        <a:spcBef>
          <a:spcPts val="557"/>
        </a:spcBef>
        <a:buFont typeface="Arial" panose="020B0604020202020204" pitchFamily="34" charset="0"/>
        <a:buChar char="•"/>
        <a:defRPr kumimoji="1" sz="2227" kern="1200">
          <a:solidFill>
            <a:schemeClr val="tx1"/>
          </a:solidFill>
          <a:latin typeface="+mn-lt"/>
          <a:ea typeface="+mn-ea"/>
          <a:cs typeface="+mn-cs"/>
        </a:defRPr>
      </a:lvl3pPr>
      <a:lvl4pPr marL="1781983"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4pPr>
      <a:lvl5pPr marL="2291121"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5pPr>
      <a:lvl6pPr marL="2800259"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6pPr>
      <a:lvl7pPr marL="3309396"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7pPr>
      <a:lvl8pPr marL="3818534"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8pPr>
      <a:lvl9pPr marL="4327672"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9pPr>
    </p:bodyStyle>
    <p:otherStyle>
      <a:defPPr>
        <a:defRPr lang="ja-JP"/>
      </a:defPPr>
      <a:lvl1pPr marL="0" algn="l" defTabSz="1018276" rtl="0" eaLnBrk="1" latinLnBrk="0" hangingPunct="1">
        <a:defRPr kumimoji="1" sz="2004" kern="1200">
          <a:solidFill>
            <a:schemeClr val="tx1"/>
          </a:solidFill>
          <a:latin typeface="+mn-lt"/>
          <a:ea typeface="+mn-ea"/>
          <a:cs typeface="+mn-cs"/>
        </a:defRPr>
      </a:lvl1pPr>
      <a:lvl2pPr marL="509138" algn="l" defTabSz="1018276" rtl="0" eaLnBrk="1" latinLnBrk="0" hangingPunct="1">
        <a:defRPr kumimoji="1" sz="2004" kern="1200">
          <a:solidFill>
            <a:schemeClr val="tx1"/>
          </a:solidFill>
          <a:latin typeface="+mn-lt"/>
          <a:ea typeface="+mn-ea"/>
          <a:cs typeface="+mn-cs"/>
        </a:defRPr>
      </a:lvl2pPr>
      <a:lvl3pPr marL="1018276" algn="l" defTabSz="1018276" rtl="0" eaLnBrk="1" latinLnBrk="0" hangingPunct="1">
        <a:defRPr kumimoji="1" sz="2004" kern="1200">
          <a:solidFill>
            <a:schemeClr val="tx1"/>
          </a:solidFill>
          <a:latin typeface="+mn-lt"/>
          <a:ea typeface="+mn-ea"/>
          <a:cs typeface="+mn-cs"/>
        </a:defRPr>
      </a:lvl3pPr>
      <a:lvl4pPr marL="1527414" algn="l" defTabSz="1018276" rtl="0" eaLnBrk="1" latinLnBrk="0" hangingPunct="1">
        <a:defRPr kumimoji="1" sz="2004" kern="1200">
          <a:solidFill>
            <a:schemeClr val="tx1"/>
          </a:solidFill>
          <a:latin typeface="+mn-lt"/>
          <a:ea typeface="+mn-ea"/>
          <a:cs typeface="+mn-cs"/>
        </a:defRPr>
      </a:lvl4pPr>
      <a:lvl5pPr marL="2036552" algn="l" defTabSz="1018276" rtl="0" eaLnBrk="1" latinLnBrk="0" hangingPunct="1">
        <a:defRPr kumimoji="1" sz="2004" kern="1200">
          <a:solidFill>
            <a:schemeClr val="tx1"/>
          </a:solidFill>
          <a:latin typeface="+mn-lt"/>
          <a:ea typeface="+mn-ea"/>
          <a:cs typeface="+mn-cs"/>
        </a:defRPr>
      </a:lvl5pPr>
      <a:lvl6pPr marL="2545690" algn="l" defTabSz="1018276" rtl="0" eaLnBrk="1" latinLnBrk="0" hangingPunct="1">
        <a:defRPr kumimoji="1" sz="2004" kern="1200">
          <a:solidFill>
            <a:schemeClr val="tx1"/>
          </a:solidFill>
          <a:latin typeface="+mn-lt"/>
          <a:ea typeface="+mn-ea"/>
          <a:cs typeface="+mn-cs"/>
        </a:defRPr>
      </a:lvl6pPr>
      <a:lvl7pPr marL="3054828" algn="l" defTabSz="1018276" rtl="0" eaLnBrk="1" latinLnBrk="0" hangingPunct="1">
        <a:defRPr kumimoji="1" sz="2004" kern="1200">
          <a:solidFill>
            <a:schemeClr val="tx1"/>
          </a:solidFill>
          <a:latin typeface="+mn-lt"/>
          <a:ea typeface="+mn-ea"/>
          <a:cs typeface="+mn-cs"/>
        </a:defRPr>
      </a:lvl7pPr>
      <a:lvl8pPr marL="3563965" algn="l" defTabSz="1018276" rtl="0" eaLnBrk="1" latinLnBrk="0" hangingPunct="1">
        <a:defRPr kumimoji="1" sz="2004" kern="1200">
          <a:solidFill>
            <a:schemeClr val="tx1"/>
          </a:solidFill>
          <a:latin typeface="+mn-lt"/>
          <a:ea typeface="+mn-ea"/>
          <a:cs typeface="+mn-cs"/>
        </a:defRPr>
      </a:lvl8pPr>
      <a:lvl9pPr marL="4073103" algn="l" defTabSz="1018276" rtl="0" eaLnBrk="1" latinLnBrk="0" hangingPunct="1">
        <a:defRPr kumimoji="1" sz="200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75000"/>
                  </a:schemeClr>
                </a:solidFill>
              </a:defRPr>
            </a:lvl1pPr>
          </a:lstStyle>
          <a:p>
            <a:fld id="{C764DE79-268F-4C1A-8933-263129D2AF90}" type="datetimeFigureOut">
              <a:rPr lang="en-US" dirty="0"/>
              <a:t>5/25/2025</a:t>
            </a:fld>
            <a:endParaRPr lang="en-US" dirty="0"/>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00761430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1425550" rtl="0" eaLnBrk="1" latinLnBrk="0" hangingPunct="1">
        <a:lnSpc>
          <a:spcPct val="90000"/>
        </a:lnSpc>
        <a:spcBef>
          <a:spcPct val="0"/>
        </a:spcBef>
        <a:buNone/>
        <a:defRPr kumimoji="1"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kumimoji="1"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kumimoji="1"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kumimoji="1"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9pPr>
    </p:bodyStyle>
    <p:otherStyle>
      <a:defPPr>
        <a:defRPr lang="en-US"/>
      </a:defPPr>
      <a:lvl1pPr marL="0" algn="l" defTabSz="1425550" rtl="0" eaLnBrk="1" latinLnBrk="0" hangingPunct="1">
        <a:defRPr kumimoji="1" sz="2806" kern="1200">
          <a:solidFill>
            <a:schemeClr val="tx1"/>
          </a:solidFill>
          <a:latin typeface="+mn-lt"/>
          <a:ea typeface="+mn-ea"/>
          <a:cs typeface="+mn-cs"/>
        </a:defRPr>
      </a:lvl1pPr>
      <a:lvl2pPr marL="712775" algn="l" defTabSz="1425550" rtl="0" eaLnBrk="1" latinLnBrk="0" hangingPunct="1">
        <a:defRPr kumimoji="1" sz="2806" kern="1200">
          <a:solidFill>
            <a:schemeClr val="tx1"/>
          </a:solidFill>
          <a:latin typeface="+mn-lt"/>
          <a:ea typeface="+mn-ea"/>
          <a:cs typeface="+mn-cs"/>
        </a:defRPr>
      </a:lvl2pPr>
      <a:lvl3pPr marL="1425550" algn="l" defTabSz="1425550" rtl="0" eaLnBrk="1" latinLnBrk="0" hangingPunct="1">
        <a:defRPr kumimoji="1" sz="2806" kern="1200">
          <a:solidFill>
            <a:schemeClr val="tx1"/>
          </a:solidFill>
          <a:latin typeface="+mn-lt"/>
          <a:ea typeface="+mn-ea"/>
          <a:cs typeface="+mn-cs"/>
        </a:defRPr>
      </a:lvl3pPr>
      <a:lvl4pPr marL="2138324" algn="l" defTabSz="1425550" rtl="0" eaLnBrk="1" latinLnBrk="0" hangingPunct="1">
        <a:defRPr kumimoji="1" sz="2806" kern="1200">
          <a:solidFill>
            <a:schemeClr val="tx1"/>
          </a:solidFill>
          <a:latin typeface="+mn-lt"/>
          <a:ea typeface="+mn-ea"/>
          <a:cs typeface="+mn-cs"/>
        </a:defRPr>
      </a:lvl4pPr>
      <a:lvl5pPr marL="2851099" algn="l" defTabSz="1425550" rtl="0" eaLnBrk="1" latinLnBrk="0" hangingPunct="1">
        <a:defRPr kumimoji="1" sz="2806" kern="1200">
          <a:solidFill>
            <a:schemeClr val="tx1"/>
          </a:solidFill>
          <a:latin typeface="+mn-lt"/>
          <a:ea typeface="+mn-ea"/>
          <a:cs typeface="+mn-cs"/>
        </a:defRPr>
      </a:lvl5pPr>
      <a:lvl6pPr marL="3563874" algn="l" defTabSz="1425550" rtl="0" eaLnBrk="1" latinLnBrk="0" hangingPunct="1">
        <a:defRPr kumimoji="1" sz="2806" kern="1200">
          <a:solidFill>
            <a:schemeClr val="tx1"/>
          </a:solidFill>
          <a:latin typeface="+mn-lt"/>
          <a:ea typeface="+mn-ea"/>
          <a:cs typeface="+mn-cs"/>
        </a:defRPr>
      </a:lvl6pPr>
      <a:lvl7pPr marL="4276649" algn="l" defTabSz="1425550" rtl="0" eaLnBrk="1" latinLnBrk="0" hangingPunct="1">
        <a:defRPr kumimoji="1" sz="2806" kern="1200">
          <a:solidFill>
            <a:schemeClr val="tx1"/>
          </a:solidFill>
          <a:latin typeface="+mn-lt"/>
          <a:ea typeface="+mn-ea"/>
          <a:cs typeface="+mn-cs"/>
        </a:defRPr>
      </a:lvl7pPr>
      <a:lvl8pPr marL="4989424" algn="l" defTabSz="1425550" rtl="0" eaLnBrk="1" latinLnBrk="0" hangingPunct="1">
        <a:defRPr kumimoji="1" sz="2806" kern="1200">
          <a:solidFill>
            <a:schemeClr val="tx1"/>
          </a:solidFill>
          <a:latin typeface="+mn-lt"/>
          <a:ea typeface="+mn-ea"/>
          <a:cs typeface="+mn-cs"/>
        </a:defRPr>
      </a:lvl8pPr>
      <a:lvl9pPr marL="5702198" algn="l" defTabSz="1425550" rtl="0" eaLnBrk="1" latinLnBrk="0" hangingPunct="1">
        <a:defRPr kumimoji="1"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etrobo.jp/teamlis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44EF483-A463-7B0B-A431-6B915DB839EB}"/>
              </a:ext>
            </a:extLst>
          </p:cNvPr>
          <p:cNvSpPr txBox="1"/>
          <p:nvPr/>
        </p:nvSpPr>
        <p:spPr>
          <a:xfrm>
            <a:off x="286866" y="9666329"/>
            <a:ext cx="7032247" cy="723916"/>
          </a:xfrm>
          <a:prstGeom prst="rect">
            <a:avLst/>
          </a:prstGeom>
          <a:solidFill>
            <a:schemeClr val="bg1">
              <a:lumMod val="95000"/>
            </a:schemeClr>
          </a:solidFill>
        </p:spPr>
        <p:txBody>
          <a:bodyPr wrap="square" rtlCol="0">
            <a:spAutoFit/>
          </a:bodyPr>
          <a:lstStyle/>
          <a:p>
            <a:r>
              <a:rPr lang="ja-JP" altLang="en-US" sz="2052">
                <a:solidFill>
                  <a:schemeClr val="bg1">
                    <a:lumMod val="50000"/>
                  </a:schemeClr>
                </a:solidFill>
              </a:rPr>
              <a:t>モデルを作ってみた感想、難しかった点や苦労した点などあれば自由に記述してください。ここは審査の範囲外です</a:t>
            </a:r>
            <a:endParaRPr lang="ja-JP" altLang="en-US" sz="2052" dirty="0">
              <a:solidFill>
                <a:schemeClr val="bg1">
                  <a:lumMod val="50000"/>
                </a:schemeClr>
              </a:solidFill>
            </a:endParaRPr>
          </a:p>
        </p:txBody>
      </p:sp>
      <p:sp>
        <p:nvSpPr>
          <p:cNvPr id="3" name="テキスト ボックス 2">
            <a:extLst>
              <a:ext uri="{FF2B5EF4-FFF2-40B4-BE49-F238E27FC236}">
                <a16:creationId xmlns:a16="http://schemas.microsoft.com/office/drawing/2014/main" id="{7B837963-1076-94DF-A7C6-525C550A3D4B}"/>
              </a:ext>
            </a:extLst>
          </p:cNvPr>
          <p:cNvSpPr txBox="1"/>
          <p:nvPr/>
        </p:nvSpPr>
        <p:spPr>
          <a:xfrm>
            <a:off x="7595679" y="9380748"/>
            <a:ext cx="7236804" cy="1039708"/>
          </a:xfrm>
          <a:prstGeom prst="rect">
            <a:avLst/>
          </a:prstGeom>
          <a:solidFill>
            <a:schemeClr val="bg1">
              <a:lumMod val="95000"/>
            </a:schemeClr>
          </a:solidFill>
        </p:spPr>
        <p:txBody>
          <a:bodyPr wrap="square" rtlCol="0">
            <a:spAutoFit/>
          </a:bodyPr>
          <a:lstStyle/>
          <a:p>
            <a:r>
              <a:rPr lang="ja-JP" altLang="en-US" sz="2052">
                <a:solidFill>
                  <a:schemeClr val="bg1">
                    <a:lumMod val="50000"/>
                  </a:schemeClr>
                </a:solidFill>
              </a:rPr>
              <a:t>提供モデルに対して、どのような考えで変更を行ったかをわかりやすく記述してください。ここで書いたことに対して、構造・振舞いのモデル内に対応をつけていただくと分かりやすくなるでしょう</a:t>
            </a:r>
            <a:endParaRPr lang="ja-JP" altLang="en-US" sz="2052" dirty="0">
              <a:solidFill>
                <a:schemeClr val="bg1">
                  <a:lumMod val="50000"/>
                </a:schemeClr>
              </a:solidFill>
            </a:endParaRPr>
          </a:p>
        </p:txBody>
      </p:sp>
      <p:sp>
        <p:nvSpPr>
          <p:cNvPr id="4" name="テキスト ボックス 3">
            <a:extLst>
              <a:ext uri="{FF2B5EF4-FFF2-40B4-BE49-F238E27FC236}">
                <a16:creationId xmlns:a16="http://schemas.microsoft.com/office/drawing/2014/main" id="{145B96D2-CB31-D16D-FAB8-63E0C92AFEEB}"/>
              </a:ext>
            </a:extLst>
          </p:cNvPr>
          <p:cNvSpPr txBox="1"/>
          <p:nvPr/>
        </p:nvSpPr>
        <p:spPr>
          <a:xfrm>
            <a:off x="286867" y="5453422"/>
            <a:ext cx="6981638" cy="408125"/>
          </a:xfrm>
          <a:prstGeom prst="rect">
            <a:avLst/>
          </a:prstGeom>
          <a:solidFill>
            <a:schemeClr val="bg1">
              <a:lumMod val="95000"/>
            </a:schemeClr>
          </a:solidFill>
        </p:spPr>
        <p:txBody>
          <a:bodyPr wrap="square" rtlCol="0">
            <a:spAutoFit/>
          </a:bodyPr>
          <a:lstStyle/>
          <a:p>
            <a:r>
              <a:rPr lang="ja-JP" altLang="en-US" sz="2052" dirty="0">
                <a:solidFill>
                  <a:schemeClr val="bg1">
                    <a:lumMod val="50000"/>
                  </a:schemeClr>
                </a:solidFill>
              </a:rPr>
              <a:t>配布時のこの領域の大きさが記載可能な範囲です</a:t>
            </a:r>
          </a:p>
        </p:txBody>
      </p:sp>
      <p:sp>
        <p:nvSpPr>
          <p:cNvPr id="10" name="Rectangle 3">
            <a:extLst>
              <a:ext uri="{FF2B5EF4-FFF2-40B4-BE49-F238E27FC236}">
                <a16:creationId xmlns:a16="http://schemas.microsoft.com/office/drawing/2014/main" id="{DFFA8787-EC7A-D4C9-D730-902C4F0BF1BC}"/>
              </a:ext>
            </a:extLst>
          </p:cNvPr>
          <p:cNvSpPr>
            <a:spLocks noChangeArrowheads="1"/>
          </p:cNvSpPr>
          <p:nvPr/>
        </p:nvSpPr>
        <p:spPr bwMode="auto">
          <a:xfrm>
            <a:off x="286867" y="2048052"/>
            <a:ext cx="7032247" cy="3808482"/>
          </a:xfrm>
          <a:prstGeom prst="rect">
            <a:avLst/>
          </a:prstGeom>
          <a:noFill/>
          <a:ln w="9525">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80000"/>
              </a:lnSpc>
              <a:spcBef>
                <a:spcPct val="20000"/>
              </a:spcBef>
            </a:pPr>
            <a:r>
              <a:rPr lang="ja-JP" altLang="en-US" sz="2168" b="1" dirty="0"/>
              <a:t>チーム紹介、目標、意気込み</a:t>
            </a:r>
            <a:endParaRPr lang="ja-JP" altLang="en-US" sz="1782" dirty="0"/>
          </a:p>
          <a:p>
            <a:pPr marL="0" indent="0"/>
            <a:r>
              <a:rPr lang="ja-JP" altLang="en-US" sz="1782" dirty="0">
                <a:latin typeface="HG丸ｺﾞｼｯｸM-PRO" panose="020F0600000000000000" pitchFamily="50" charset="-128"/>
                <a:ea typeface="HG丸ｺﾞｼｯｸM-PRO" panose="020F0600000000000000" pitchFamily="50" charset="-128"/>
              </a:rPr>
              <a:t>ダミーテキストダミーテキストダミーテキストダミーテキスト</a:t>
            </a:r>
          </a:p>
          <a:p>
            <a:pPr marL="0" indent="0"/>
            <a:r>
              <a:rPr lang="ja-JP" altLang="en-US" sz="1782" dirty="0">
                <a:latin typeface="HG丸ｺﾞｼｯｸM-PRO" panose="020F0600000000000000" pitchFamily="50" charset="-128"/>
                <a:ea typeface="HG丸ｺﾞｼｯｸM-PRO" panose="020F0600000000000000" pitchFamily="50" charset="-128"/>
              </a:rPr>
              <a:t>ダミーテキストダミーテキスト</a:t>
            </a:r>
          </a:p>
          <a:p>
            <a:pPr marL="0" indent="0"/>
            <a:r>
              <a:rPr lang="ja-JP" altLang="en-US" sz="1782" dirty="0">
                <a:latin typeface="HG丸ｺﾞｼｯｸM-PRO" panose="020F0600000000000000" pitchFamily="50" charset="-128"/>
                <a:ea typeface="HG丸ｺﾞｼｯｸM-PRO" panose="020F0600000000000000" pitchFamily="50" charset="-128"/>
              </a:rPr>
              <a:t>ダミーテキスト</a:t>
            </a:r>
          </a:p>
          <a:p>
            <a:pPr marL="0" indent="0"/>
            <a:r>
              <a:rPr lang="ja-JP" altLang="en-US" sz="1782" dirty="0">
                <a:latin typeface="HG丸ｺﾞｼｯｸM-PRO" panose="020F0600000000000000" pitchFamily="50" charset="-128"/>
                <a:ea typeface="HG丸ｺﾞｼｯｸM-PRO" panose="020F0600000000000000" pitchFamily="50" charset="-128"/>
              </a:rPr>
              <a:t>ダミーテキスト</a:t>
            </a:r>
          </a:p>
          <a:p>
            <a:pPr marL="0" indent="0"/>
            <a:r>
              <a:rPr lang="ja-JP" altLang="en-US" sz="1782" dirty="0">
                <a:latin typeface="HG丸ｺﾞｼｯｸM-PRO" panose="020F0600000000000000" pitchFamily="50" charset="-128"/>
                <a:ea typeface="HG丸ｺﾞｼｯｸM-PRO" panose="020F0600000000000000" pitchFamily="50" charset="-128"/>
              </a:rPr>
              <a:t>ダミーテキスト</a:t>
            </a:r>
          </a:p>
          <a:p>
            <a:pPr marL="0" indent="0"/>
            <a:r>
              <a:rPr lang="ja-JP" altLang="en-US" sz="1782" dirty="0">
                <a:latin typeface="HG丸ｺﾞｼｯｸM-PRO" panose="020F0600000000000000" pitchFamily="50" charset="-128"/>
                <a:ea typeface="HG丸ｺﾞｼｯｸM-PRO" panose="020F0600000000000000" pitchFamily="50" charset="-128"/>
              </a:rPr>
              <a:t>ダミーテキスト</a:t>
            </a:r>
          </a:p>
          <a:p>
            <a:pPr marL="0" indent="0"/>
            <a:endParaRPr lang="ja-JP" altLang="en-US" sz="2004" dirty="0">
              <a:latin typeface="HG丸ｺﾞｼｯｸM-PRO" panose="020F0600000000000000" pitchFamily="50" charset="-128"/>
              <a:ea typeface="HG丸ｺﾞｼｯｸM-PRO" panose="020F0600000000000000" pitchFamily="50" charset="-128"/>
            </a:endParaRPr>
          </a:p>
        </p:txBody>
      </p:sp>
      <p:sp>
        <p:nvSpPr>
          <p:cNvPr id="11" name="Rectangle 3">
            <a:extLst>
              <a:ext uri="{FF2B5EF4-FFF2-40B4-BE49-F238E27FC236}">
                <a16:creationId xmlns:a16="http://schemas.microsoft.com/office/drawing/2014/main" id="{E8330581-56F6-5392-145E-0B465755FF45}"/>
              </a:ext>
            </a:extLst>
          </p:cNvPr>
          <p:cNvSpPr>
            <a:spLocks noChangeArrowheads="1"/>
          </p:cNvSpPr>
          <p:nvPr/>
        </p:nvSpPr>
        <p:spPr bwMode="auto">
          <a:xfrm>
            <a:off x="286866" y="6054252"/>
            <a:ext cx="7032247" cy="4343465"/>
          </a:xfrm>
          <a:prstGeom prst="rect">
            <a:avLst/>
          </a:prstGeom>
          <a:noFill/>
          <a:ln w="9525">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marL="0" indent="0" defTabSz="862174" eaLnBrk="1" hangingPunct="1">
              <a:lnSpc>
                <a:spcPct val="80000"/>
              </a:lnSpc>
              <a:spcBef>
                <a:spcPct val="20000"/>
              </a:spcBef>
            </a:pPr>
            <a:r>
              <a:rPr lang="ja-JP" altLang="en-US" sz="2168" b="1">
                <a:solidFill>
                  <a:srgbClr val="FF0000"/>
                </a:solidFill>
              </a:rPr>
              <a:t>モデルを作ってみた感想など</a:t>
            </a:r>
            <a:endParaRPr lang="ja-JP" altLang="en-US" sz="2168" b="1" dirty="0">
              <a:solidFill>
                <a:srgbClr val="FF0000"/>
              </a:solidFill>
            </a:endParaRP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ダミーテキストダミーテキストダミーテキストダミーテキストダミーテキストダミーテキストダミーテキストダミーテキスト</a:t>
            </a: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a:t>
            </a: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ダミーテキストダミーテキスト</a:t>
            </a:r>
            <a:endParaRPr lang="en-US" altLang="ja-JP" sz="1782" dirty="0">
              <a:latin typeface="HG丸ｺﾞｼｯｸM-PRO" panose="020F0600000000000000" pitchFamily="50" charset="-128"/>
              <a:ea typeface="HG丸ｺﾞｼｯｸM-PRO" panose="020F0600000000000000" pitchFamily="50" charset="-128"/>
            </a:endParaRPr>
          </a:p>
          <a:p>
            <a:pPr marL="219212" indent="-219212"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（文字サイズは</a:t>
            </a:r>
            <a:r>
              <a:rPr lang="en-US" altLang="ja-JP" sz="1782" dirty="0">
                <a:latin typeface="HG丸ｺﾞｼｯｸM-PRO" panose="020F0600000000000000" pitchFamily="50" charset="-128"/>
                <a:ea typeface="HG丸ｺﾞｼｯｸM-PRO" panose="020F0600000000000000" pitchFamily="50" charset="-128"/>
              </a:rPr>
              <a:t>16</a:t>
            </a:r>
            <a:r>
              <a:rPr lang="ja-JP" altLang="en-US" sz="1782" dirty="0">
                <a:latin typeface="HG丸ｺﾞｼｯｸM-PRO" panose="020F0600000000000000" pitchFamily="50" charset="-128"/>
                <a:ea typeface="HG丸ｺﾞｼｯｸM-PRO" panose="020F0600000000000000" pitchFamily="50" charset="-128"/>
              </a:rPr>
              <a:t>ポイント以上、全角で</a:t>
            </a:r>
            <a:r>
              <a:rPr lang="en-US" altLang="ja-JP" sz="1782" dirty="0">
                <a:latin typeface="HG丸ｺﾞｼｯｸM-PRO" panose="020F0600000000000000" pitchFamily="50" charset="-128"/>
                <a:ea typeface="HG丸ｺﾞｼｯｸM-PRO" panose="020F0600000000000000" pitchFamily="50" charset="-128"/>
              </a:rPr>
              <a:t>300</a:t>
            </a:r>
            <a:r>
              <a:rPr lang="ja-JP" altLang="en-US" sz="1782" dirty="0">
                <a:latin typeface="HG丸ｺﾞｼｯｸM-PRO" panose="020F0600000000000000" pitchFamily="50" charset="-128"/>
                <a:ea typeface="HG丸ｺﾞｼｯｸM-PRO" panose="020F0600000000000000" pitchFamily="50" charset="-128"/>
              </a:rPr>
              <a:t>文字程度）</a:t>
            </a:r>
          </a:p>
          <a:p>
            <a:pPr marL="0" indent="0" eaLnBrk="1" hangingPunct="1">
              <a:lnSpc>
                <a:spcPct val="80000"/>
              </a:lnSpc>
              <a:spcBef>
                <a:spcPts val="668"/>
              </a:spcBef>
            </a:pPr>
            <a:endParaRPr lang="ja-JP" altLang="en-US" sz="1782" dirty="0">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ct val="20000"/>
              </a:spcBef>
            </a:pPr>
            <a:endParaRPr lang="en-US" altLang="ja-JP" sz="2004" dirty="0">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ct val="20000"/>
              </a:spcBef>
            </a:pPr>
            <a:endParaRPr lang="en-US" altLang="ja-JP" sz="2004" dirty="0">
              <a:latin typeface="HG丸ｺﾞｼｯｸM-PRO" panose="020F0600000000000000" pitchFamily="50" charset="-128"/>
              <a:ea typeface="HG丸ｺﾞｼｯｸM-PRO" panose="020F0600000000000000" pitchFamily="50" charset="-128"/>
            </a:endParaRPr>
          </a:p>
        </p:txBody>
      </p:sp>
      <p:sp>
        <p:nvSpPr>
          <p:cNvPr id="12" name="Rectangle 4">
            <a:extLst>
              <a:ext uri="{FF2B5EF4-FFF2-40B4-BE49-F238E27FC236}">
                <a16:creationId xmlns:a16="http://schemas.microsoft.com/office/drawing/2014/main" id="{587D1A98-31B9-501C-9E27-646B0A2D022E}"/>
              </a:ext>
            </a:extLst>
          </p:cNvPr>
          <p:cNvSpPr>
            <a:spLocks noChangeArrowheads="1"/>
          </p:cNvSpPr>
          <p:nvPr/>
        </p:nvSpPr>
        <p:spPr bwMode="auto">
          <a:xfrm>
            <a:off x="7559675" y="2048052"/>
            <a:ext cx="7272808" cy="8349665"/>
          </a:xfrm>
          <a:prstGeom prst="rect">
            <a:avLst/>
          </a:prstGeom>
          <a:noFill/>
          <a:ln w="9525">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80000"/>
              </a:lnSpc>
              <a:spcBef>
                <a:spcPct val="20000"/>
              </a:spcBef>
            </a:pPr>
            <a:r>
              <a:rPr lang="ja-JP" altLang="en-US" sz="2227" b="1">
                <a:solidFill>
                  <a:srgbClr val="FF0000"/>
                </a:solidFill>
                <a:latin typeface="MS PGothic" panose="020B0600070205080204" pitchFamily="34" charset="-128"/>
                <a:ea typeface="MS PGothic" panose="020B0600070205080204" pitchFamily="34" charset="-128"/>
              </a:rPr>
              <a:t>モデルの変更方針</a:t>
            </a:r>
            <a:endParaRPr lang="ja-JP" altLang="en-US" sz="2227" b="1" dirty="0">
              <a:solidFill>
                <a:srgbClr val="FF0000"/>
              </a:solidFill>
              <a:latin typeface="MS PGothic" panose="020B0600070205080204" pitchFamily="34" charset="-128"/>
              <a:ea typeface="MS PGothic" panose="020B0600070205080204" pitchFamily="34" charset="-128"/>
            </a:endParaRPr>
          </a:p>
        </p:txBody>
      </p:sp>
      <p:sp>
        <p:nvSpPr>
          <p:cNvPr id="23" name="吹き出し: 四角形 15">
            <a:extLst>
              <a:ext uri="{FF2B5EF4-FFF2-40B4-BE49-F238E27FC236}">
                <a16:creationId xmlns:a16="http://schemas.microsoft.com/office/drawing/2014/main" id="{7758E486-67C7-40D1-A889-443BE5080779}"/>
              </a:ext>
            </a:extLst>
          </p:cNvPr>
          <p:cNvSpPr/>
          <p:nvPr/>
        </p:nvSpPr>
        <p:spPr>
          <a:xfrm>
            <a:off x="9966460" y="7169909"/>
            <a:ext cx="3206339" cy="882062"/>
          </a:xfrm>
          <a:prstGeom prst="wedgeRectCallout">
            <a:avLst>
              <a:gd name="adj1" fmla="val -77127"/>
              <a:gd name="adj2" fmla="val 206505"/>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2052" dirty="0">
                <a:solidFill>
                  <a:srgbClr val="0070C0"/>
                </a:solidFill>
              </a:rPr>
              <a:t>提出時には消してください</a:t>
            </a:r>
          </a:p>
        </p:txBody>
      </p:sp>
      <p:sp>
        <p:nvSpPr>
          <p:cNvPr id="24" name="吹き出し: 四角形 16">
            <a:extLst>
              <a:ext uri="{FF2B5EF4-FFF2-40B4-BE49-F238E27FC236}">
                <a16:creationId xmlns:a16="http://schemas.microsoft.com/office/drawing/2014/main" id="{092F13C5-7E85-D160-75E4-4BDEB47DC03F}"/>
              </a:ext>
            </a:extLst>
          </p:cNvPr>
          <p:cNvSpPr/>
          <p:nvPr/>
        </p:nvSpPr>
        <p:spPr>
          <a:xfrm>
            <a:off x="9966460" y="7122978"/>
            <a:ext cx="3206339" cy="882062"/>
          </a:xfrm>
          <a:prstGeom prst="wedgeRectCallout">
            <a:avLst>
              <a:gd name="adj1" fmla="val -243656"/>
              <a:gd name="adj2" fmla="val 237548"/>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2052" dirty="0">
                <a:solidFill>
                  <a:srgbClr val="0070C0"/>
                </a:solidFill>
              </a:rPr>
              <a:t>提出時には消してください</a:t>
            </a:r>
          </a:p>
        </p:txBody>
      </p:sp>
      <p:sp>
        <p:nvSpPr>
          <p:cNvPr id="25" name="吹き出し: 四角形 17">
            <a:extLst>
              <a:ext uri="{FF2B5EF4-FFF2-40B4-BE49-F238E27FC236}">
                <a16:creationId xmlns:a16="http://schemas.microsoft.com/office/drawing/2014/main" id="{F401A38D-DDE7-8F41-3F6F-250E6B4FDB0F}"/>
              </a:ext>
            </a:extLst>
          </p:cNvPr>
          <p:cNvSpPr/>
          <p:nvPr/>
        </p:nvSpPr>
        <p:spPr>
          <a:xfrm>
            <a:off x="9966460" y="7098337"/>
            <a:ext cx="3206339" cy="953634"/>
          </a:xfrm>
          <a:prstGeom prst="wedgeRectCallout">
            <a:avLst>
              <a:gd name="adj1" fmla="val -139890"/>
              <a:gd name="adj2" fmla="val -203874"/>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2052" dirty="0">
                <a:solidFill>
                  <a:srgbClr val="0070C0"/>
                </a:solidFill>
              </a:rPr>
              <a:t>提出時には消してください</a:t>
            </a:r>
          </a:p>
        </p:txBody>
      </p:sp>
      <p:sp>
        <p:nvSpPr>
          <p:cNvPr id="26" name="Rectangle 17">
            <a:extLst>
              <a:ext uri="{FF2B5EF4-FFF2-40B4-BE49-F238E27FC236}">
                <a16:creationId xmlns:a16="http://schemas.microsoft.com/office/drawing/2014/main" id="{8ADB11A8-7A8E-5EF3-F029-F0B7200CA7CF}"/>
              </a:ext>
            </a:extLst>
          </p:cNvPr>
          <p:cNvSpPr>
            <a:spLocks noChangeArrowheads="1"/>
          </p:cNvSpPr>
          <p:nvPr/>
        </p:nvSpPr>
        <p:spPr bwMode="auto">
          <a:xfrm>
            <a:off x="7991723" y="374282"/>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en-US" altLang="ja-JP" sz="2400" dirty="0">
                <a:latin typeface="ＭＳ Ｐゴシック" panose="020B0600070205080204" pitchFamily="34" charset="-128"/>
              </a:rPr>
              <a:t>XXXXX</a:t>
            </a:r>
            <a:endParaRPr lang="ja-JP" altLang="en-US" sz="2400" dirty="0">
              <a:latin typeface="ＭＳ Ｐゴシック" panose="020B0600070205080204" pitchFamily="34" charset="-128"/>
            </a:endParaRPr>
          </a:p>
        </p:txBody>
      </p:sp>
      <p:sp>
        <p:nvSpPr>
          <p:cNvPr id="27" name="Rectangle 17">
            <a:extLst>
              <a:ext uri="{FF2B5EF4-FFF2-40B4-BE49-F238E27FC236}">
                <a16:creationId xmlns:a16="http://schemas.microsoft.com/office/drawing/2014/main" id="{6CEF096E-5016-E90E-92A3-F2753F865571}"/>
              </a:ext>
            </a:extLst>
          </p:cNvPr>
          <p:cNvSpPr>
            <a:spLocks noChangeArrowheads="1"/>
          </p:cNvSpPr>
          <p:nvPr/>
        </p:nvSpPr>
        <p:spPr bwMode="auto">
          <a:xfrm>
            <a:off x="7475852" y="1326472"/>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en-US" altLang="ja-JP" sz="2400" dirty="0">
                <a:latin typeface="ＭＳ Ｐゴシック" panose="020B0600070205080204" pitchFamily="34" charset="-128"/>
              </a:rPr>
              <a:t>XXXXX</a:t>
            </a:r>
            <a:endParaRPr lang="ja-JP" altLang="en-US" sz="2400" dirty="0">
              <a:latin typeface="ＭＳ Ｐゴシック" panose="020B0600070205080204" pitchFamily="34" charset="-128"/>
            </a:endParaRPr>
          </a:p>
        </p:txBody>
      </p:sp>
      <p:sp>
        <p:nvSpPr>
          <p:cNvPr id="28" name="Rectangle 17">
            <a:extLst>
              <a:ext uri="{FF2B5EF4-FFF2-40B4-BE49-F238E27FC236}">
                <a16:creationId xmlns:a16="http://schemas.microsoft.com/office/drawing/2014/main" id="{8D3D76FE-D848-DFBD-5D78-19E8A2192AAD}"/>
              </a:ext>
            </a:extLst>
          </p:cNvPr>
          <p:cNvSpPr>
            <a:spLocks noChangeArrowheads="1"/>
          </p:cNvSpPr>
          <p:nvPr/>
        </p:nvSpPr>
        <p:spPr bwMode="auto">
          <a:xfrm>
            <a:off x="7475852" y="850377"/>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en-US" altLang="ja-JP" sz="2400" dirty="0">
                <a:latin typeface="ＭＳ Ｐゴシック" panose="020B0600070205080204" pitchFamily="34" charset="-128"/>
              </a:rPr>
              <a:t>XXXXX</a:t>
            </a:r>
            <a:endParaRPr lang="ja-JP" altLang="en-US" sz="2400" dirty="0">
              <a:latin typeface="ＭＳ Ｐゴシック" panose="020B0600070205080204" pitchFamily="34" charset="-128"/>
            </a:endParaRPr>
          </a:p>
        </p:txBody>
      </p:sp>
      <p:sp>
        <p:nvSpPr>
          <p:cNvPr id="29" name="Rectangle 17">
            <a:extLst>
              <a:ext uri="{FF2B5EF4-FFF2-40B4-BE49-F238E27FC236}">
                <a16:creationId xmlns:a16="http://schemas.microsoft.com/office/drawing/2014/main" id="{1C7C7565-0F73-6C69-682B-DE98F82AAFE9}"/>
              </a:ext>
            </a:extLst>
          </p:cNvPr>
          <p:cNvSpPr>
            <a:spLocks noChangeArrowheads="1"/>
          </p:cNvSpPr>
          <p:nvPr/>
        </p:nvSpPr>
        <p:spPr bwMode="auto">
          <a:xfrm>
            <a:off x="619298" y="1326472"/>
            <a:ext cx="1179737"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en-US" altLang="ja-JP" sz="2400" dirty="0">
                <a:latin typeface="ＭＳ Ｐゴシック" panose="020B0600070205080204" pitchFamily="34" charset="-128"/>
              </a:rPr>
              <a:t>XXXXX</a:t>
            </a:r>
            <a:endParaRPr lang="ja-JP" altLang="en-US" sz="2400" dirty="0">
              <a:latin typeface="ＭＳ Ｐゴシック" panose="020B0600070205080204" pitchFamily="34" charset="-128"/>
            </a:endParaRPr>
          </a:p>
        </p:txBody>
      </p:sp>
      <p:sp>
        <p:nvSpPr>
          <p:cNvPr id="30" name="Rectangle 17">
            <a:extLst>
              <a:ext uri="{FF2B5EF4-FFF2-40B4-BE49-F238E27FC236}">
                <a16:creationId xmlns:a16="http://schemas.microsoft.com/office/drawing/2014/main" id="{4DCDB100-C75D-CABE-211A-0270474F53CC}"/>
              </a:ext>
            </a:extLst>
          </p:cNvPr>
          <p:cNvSpPr>
            <a:spLocks noChangeArrowheads="1"/>
          </p:cNvSpPr>
          <p:nvPr/>
        </p:nvSpPr>
        <p:spPr bwMode="auto">
          <a:xfrm>
            <a:off x="2879155" y="1326472"/>
            <a:ext cx="1296144"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en-US" altLang="ja-JP" sz="2400" dirty="0">
                <a:latin typeface="ＭＳ Ｐゴシック" panose="020B0600070205080204" pitchFamily="34" charset="-128"/>
              </a:rPr>
              <a:t>XXXXX</a:t>
            </a:r>
            <a:endParaRPr lang="ja-JP" altLang="en-US" sz="2400" dirty="0">
              <a:latin typeface="ＭＳ Ｐゴシック" panose="020B0600070205080204" pitchFamily="34" charset="-128"/>
            </a:endParaRPr>
          </a:p>
        </p:txBody>
      </p:sp>
      <p:sp>
        <p:nvSpPr>
          <p:cNvPr id="6" name="吹き出し: 四角形 18">
            <a:extLst>
              <a:ext uri="{FF2B5EF4-FFF2-40B4-BE49-F238E27FC236}">
                <a16:creationId xmlns:a16="http://schemas.microsoft.com/office/drawing/2014/main" id="{46643324-B7E3-7C26-C0BB-79B09EA7F061}"/>
              </a:ext>
            </a:extLst>
          </p:cNvPr>
          <p:cNvSpPr/>
          <p:nvPr/>
        </p:nvSpPr>
        <p:spPr>
          <a:xfrm>
            <a:off x="9503891" y="1748284"/>
            <a:ext cx="5400600" cy="1221357"/>
          </a:xfrm>
          <a:prstGeom prst="wedgeRectCallout">
            <a:avLst>
              <a:gd name="adj1" fmla="val -45329"/>
              <a:gd name="adj2" fmla="val -10021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en-US" altLang="ja-JP" sz="2052" dirty="0">
                <a:solidFill>
                  <a:srgbClr val="0070C0"/>
                </a:solidFill>
              </a:rPr>
              <a:t>XXXXX</a:t>
            </a:r>
            <a:r>
              <a:rPr lang="ja-JP" altLang="en-US" sz="2052" dirty="0">
                <a:solidFill>
                  <a:srgbClr val="0070C0"/>
                </a:solidFill>
              </a:rPr>
              <a:t>には</a:t>
            </a:r>
            <a:r>
              <a:rPr lang="en-US" altLang="ja-JP" sz="2052" dirty="0">
                <a:solidFill>
                  <a:srgbClr val="0070C0"/>
                </a:solidFill>
              </a:rPr>
              <a:t>ET</a:t>
            </a:r>
            <a:r>
              <a:rPr lang="ja-JP" altLang="en-US" sz="2052" dirty="0">
                <a:solidFill>
                  <a:srgbClr val="0070C0"/>
                </a:solidFill>
              </a:rPr>
              <a:t>ロボコン公式</a:t>
            </a:r>
            <a:r>
              <a:rPr lang="en-US" altLang="ja-JP" sz="2052" dirty="0">
                <a:solidFill>
                  <a:srgbClr val="0070C0"/>
                </a:solidFill>
              </a:rPr>
              <a:t>HP</a:t>
            </a:r>
            <a:r>
              <a:rPr lang="ja-JP" altLang="en-US" sz="2052" dirty="0">
                <a:solidFill>
                  <a:srgbClr val="0070C0"/>
                </a:solidFill>
              </a:rPr>
              <a:t>に掲載されている参加チーム一覧表の該当項目を記載</a:t>
            </a:r>
            <a:endParaRPr lang="en-US" altLang="ja-JP" sz="2052" dirty="0">
              <a:solidFill>
                <a:srgbClr val="0070C0"/>
              </a:solidFill>
            </a:endParaRPr>
          </a:p>
          <a:p>
            <a:pPr eaLnBrk="1" hangingPunct="1"/>
            <a:r>
              <a:rPr lang="en-US" altLang="ja-JP" sz="2052" dirty="0">
                <a:solidFill>
                  <a:srgbClr val="0070C0"/>
                </a:solidFill>
              </a:rPr>
              <a:t>(</a:t>
            </a:r>
            <a:r>
              <a:rPr lang="en-US" altLang="ja-JP" sz="2052" dirty="0">
                <a:solidFill>
                  <a:srgbClr val="0070C0"/>
                </a:solidFill>
                <a:hlinkClick r:id="rId2"/>
              </a:rPr>
              <a:t>https://www.etrobo.jp/teamlist/</a:t>
            </a:r>
            <a:r>
              <a:rPr lang="en-US" altLang="ja-JP" sz="2052" dirty="0">
                <a:solidFill>
                  <a:srgbClr val="0070C0"/>
                </a:solidFill>
              </a:rPr>
              <a:t>)</a:t>
            </a:r>
            <a:endParaRPr lang="ja-JP" altLang="en-US" sz="2052" dirty="0">
              <a:solidFill>
                <a:srgbClr val="0070C0"/>
              </a:solidFill>
            </a:endParaRPr>
          </a:p>
        </p:txBody>
      </p:sp>
    </p:spTree>
    <p:extLst>
      <p:ext uri="{BB962C8B-B14F-4D97-AF65-F5344CB8AC3E}">
        <p14:creationId xmlns:p14="http://schemas.microsoft.com/office/powerpoint/2010/main" val="4149751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440250-F656-44C9-902A-E623DA03BB80}"/>
              </a:ext>
            </a:extLst>
          </p:cNvPr>
          <p:cNvSpPr>
            <a:spLocks noGrp="1"/>
          </p:cNvSpPr>
          <p:nvPr>
            <p:ph type="title"/>
          </p:nvPr>
        </p:nvSpPr>
        <p:spPr/>
        <p:txBody>
          <a:bodyPr/>
          <a:lstStyle/>
          <a:p>
            <a:r>
              <a:rPr kumimoji="1" lang="ja-JP" altLang="en-US" dirty="0"/>
              <a:t>構造モデル</a:t>
            </a:r>
          </a:p>
        </p:txBody>
      </p:sp>
      <p:sp>
        <p:nvSpPr>
          <p:cNvPr id="6" name="コンテンツ プレースホルダー 5">
            <a:extLst>
              <a:ext uri="{FF2B5EF4-FFF2-40B4-BE49-F238E27FC236}">
                <a16:creationId xmlns:a16="http://schemas.microsoft.com/office/drawing/2014/main" id="{26FAAD07-F302-42C1-85D9-C09DAB46A420}"/>
              </a:ext>
            </a:extLst>
          </p:cNvPr>
          <p:cNvSpPr>
            <a:spLocks noGrp="1"/>
          </p:cNvSpPr>
          <p:nvPr>
            <p:ph idx="1"/>
          </p:nvPr>
        </p:nvSpPr>
        <p:spPr/>
        <p:txBody>
          <a:bodyPr/>
          <a:lstStyle/>
          <a:p>
            <a:r>
              <a:rPr kumimoji="1" lang="ja-JP" altLang="en-US" dirty="0"/>
              <a:t>ここに構造</a:t>
            </a:r>
            <a:r>
              <a:rPr kumimoji="1" lang="ja-JP" altLang="en-US"/>
              <a:t>のモデル（クラス図）を書いてください</a:t>
            </a:r>
            <a:br>
              <a:rPr kumimoji="1" lang="en-US" altLang="ja-JP" dirty="0"/>
            </a:br>
            <a:r>
              <a:rPr lang="ja-JP" altLang="en-US"/>
              <a:t>提供モデルを改めて載せる必要はありません。</a:t>
            </a:r>
            <a:br>
              <a:rPr lang="en-US" altLang="ja-JP" dirty="0"/>
            </a:br>
            <a:r>
              <a:rPr lang="ja-JP" altLang="en-US"/>
              <a:t>提供モデルをベースに作成したモデルを記述してください。</a:t>
            </a:r>
            <a:br>
              <a:rPr lang="en-US" altLang="ja-JP" dirty="0"/>
            </a:br>
            <a:r>
              <a:rPr lang="ja-JP" altLang="en-US"/>
              <a:t>必要に応じて説明を入れていただくと分かりやすくなるでしょう</a:t>
            </a:r>
            <a:endParaRPr lang="en-US" altLang="ja-JP" dirty="0"/>
          </a:p>
        </p:txBody>
      </p:sp>
      <p:sp>
        <p:nvSpPr>
          <p:cNvPr id="3" name="四角形: 角を丸くする 2">
            <a:extLst>
              <a:ext uri="{FF2B5EF4-FFF2-40B4-BE49-F238E27FC236}">
                <a16:creationId xmlns:a16="http://schemas.microsoft.com/office/drawing/2014/main" id="{E94D9DEA-4231-8C5D-D817-65163823BED5}"/>
              </a:ext>
            </a:extLst>
          </p:cNvPr>
          <p:cNvSpPr/>
          <p:nvPr/>
        </p:nvSpPr>
        <p:spPr>
          <a:xfrm>
            <a:off x="7775699" y="233338"/>
            <a:ext cx="7056784" cy="2304256"/>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500"/>
              </a:lnSpc>
            </a:pPr>
            <a:r>
              <a:rPr lang="en-US" altLang="ja-JP" sz="1050" dirty="0">
                <a:solidFill>
                  <a:schemeClr val="tx1"/>
                </a:solidFill>
                <a:latin typeface="Meiryo UI" panose="020B0604030504040204" pitchFamily="50" charset="-128"/>
                <a:ea typeface="Meiryo UI" panose="020B0604030504040204" pitchFamily="50" charset="-128"/>
              </a:rPr>
              <a:t>【</a:t>
            </a:r>
            <a:r>
              <a:rPr lang="ja-JP" altLang="en-US" sz="1050" dirty="0">
                <a:solidFill>
                  <a:schemeClr val="tx1"/>
                </a:solidFill>
                <a:latin typeface="Meiryo UI" panose="020B0604030504040204" pitchFamily="50" charset="-128"/>
                <a:ea typeface="Meiryo UI" panose="020B0604030504040204" pitchFamily="50" charset="-128"/>
              </a:rPr>
              <a:t>モデル図ページにおける文字サイズ</a:t>
            </a:r>
            <a:r>
              <a:rPr lang="en-US" altLang="ja-JP" sz="1050" dirty="0">
                <a:solidFill>
                  <a:schemeClr val="tx1"/>
                </a:solidFill>
                <a:latin typeface="Meiryo UI" panose="020B0604030504040204" pitchFamily="50" charset="-128"/>
                <a:ea typeface="Meiryo UI" panose="020B0604030504040204" pitchFamily="50" charset="-128"/>
              </a:rPr>
              <a:t>】</a:t>
            </a:r>
          </a:p>
          <a:p>
            <a:pPr>
              <a:lnSpc>
                <a:spcPts val="1500"/>
              </a:lnSpc>
            </a:pPr>
            <a:r>
              <a:rPr lang="ja-JP" altLang="en-US" sz="1050" dirty="0">
                <a:solidFill>
                  <a:schemeClr val="tx1"/>
                </a:solidFill>
                <a:latin typeface="Meiryo UI" panose="020B0604030504040204" pitchFamily="50" charset="-128"/>
                <a:ea typeface="Meiryo UI" panose="020B0604030504040204" pitchFamily="50" charset="-128"/>
              </a:rPr>
              <a:t>審査規約には以下の記載があります：</a:t>
            </a:r>
            <a:endParaRPr lang="en-US" altLang="ja-JP" sz="1050" dirty="0">
              <a:solidFill>
                <a:schemeClr val="tx1"/>
              </a:solidFill>
              <a:latin typeface="Meiryo UI" panose="020B0604030504040204" pitchFamily="50" charset="-128"/>
              <a:ea typeface="Meiryo UI" panose="020B0604030504040204" pitchFamily="50" charset="-128"/>
            </a:endParaRPr>
          </a:p>
          <a:p>
            <a:pPr>
              <a:lnSpc>
                <a:spcPts val="1500"/>
              </a:lnSpc>
            </a:pPr>
            <a:r>
              <a:rPr lang="ja-JP" altLang="en-US" sz="1050" dirty="0">
                <a:solidFill>
                  <a:schemeClr val="tx1"/>
                </a:solidFill>
                <a:latin typeface="Meiryo UI" panose="020B0604030504040204" pitchFamily="50" charset="-128"/>
                <a:ea typeface="Meiryo UI" panose="020B0604030504040204" pitchFamily="50" charset="-128"/>
              </a:rPr>
              <a:t>「</a:t>
            </a:r>
            <a:r>
              <a:rPr kumimoji="1" lang="ja-JP" altLang="en-US" sz="1050" b="1" dirty="0">
                <a:solidFill>
                  <a:schemeClr val="tx1"/>
                </a:solidFill>
                <a:latin typeface="Meiryo UI" panose="020B0604030504040204" pitchFamily="50" charset="-128"/>
                <a:ea typeface="Meiryo UI" panose="020B0604030504040204" pitchFamily="50" charset="-128"/>
              </a:rPr>
              <a:t>印刷時に読みにくい文字サイズや画像解像度で記載されているモデルは、減点や表彰対象外になる可能性があります」</a:t>
            </a:r>
            <a:endParaRPr kumimoji="1" lang="en-US" altLang="ja-JP" sz="1050" b="1" dirty="0">
              <a:solidFill>
                <a:schemeClr val="tx1"/>
              </a:solidFill>
              <a:latin typeface="Meiryo UI" panose="020B0604030504040204" pitchFamily="50" charset="-128"/>
              <a:ea typeface="Meiryo UI" panose="020B0604030504040204" pitchFamily="50" charset="-128"/>
            </a:endParaRPr>
          </a:p>
          <a:p>
            <a:pPr>
              <a:lnSpc>
                <a:spcPts val="1500"/>
              </a:lnSpc>
            </a:pPr>
            <a:r>
              <a:rPr lang="ja-JP" altLang="en-US" sz="1050" dirty="0">
                <a:solidFill>
                  <a:schemeClr val="tx1"/>
                </a:solidFill>
                <a:latin typeface="Meiryo UI" panose="020B0604030504040204" pitchFamily="50" charset="-128"/>
                <a:ea typeface="Meiryo UI" panose="020B0604030504040204" pitchFamily="50" charset="-128"/>
              </a:rPr>
              <a:t>このテキストボックスは「</a:t>
            </a:r>
            <a:r>
              <a:rPr lang="en-US" altLang="ja-JP" sz="1050" dirty="0" err="1">
                <a:solidFill>
                  <a:schemeClr val="tx1"/>
                </a:solidFill>
                <a:latin typeface="Meiryo UI" panose="020B0604030504040204" pitchFamily="50" charset="-128"/>
                <a:ea typeface="Meiryo UI" panose="020B0604030504040204" pitchFamily="50" charset="-128"/>
              </a:rPr>
              <a:t>Meiryo</a:t>
            </a:r>
            <a:r>
              <a:rPr lang="en-US" altLang="ja-JP" sz="1050" dirty="0">
                <a:solidFill>
                  <a:schemeClr val="tx1"/>
                </a:solidFill>
                <a:latin typeface="Meiryo UI" panose="020B0604030504040204" pitchFamily="50" charset="-128"/>
                <a:ea typeface="Meiryo UI" panose="020B0604030504040204" pitchFamily="50" charset="-128"/>
              </a:rPr>
              <a:t> UI 10.5pt</a:t>
            </a:r>
            <a:r>
              <a:rPr lang="ja-JP" altLang="en-US" sz="1050" dirty="0">
                <a:solidFill>
                  <a:schemeClr val="tx1"/>
                </a:solidFill>
                <a:latin typeface="Meiryo UI" panose="020B0604030504040204" pitchFamily="50" charset="-128"/>
                <a:ea typeface="Meiryo UI" panose="020B0604030504040204" pitchFamily="50" charset="-128"/>
              </a:rPr>
              <a:t>」で記載されています。文章の記載にあたりフォントの選択は自由ですが、文字サイズは概ねこれを下回らない目安で設定してください。行間も詰めすぎないように注意しましょう。</a:t>
            </a:r>
            <a:endParaRPr lang="en-US" altLang="ja-JP" sz="1050" dirty="0">
              <a:solidFill>
                <a:schemeClr val="tx1"/>
              </a:solidFill>
              <a:latin typeface="Meiryo UI" panose="020B0604030504040204" pitchFamily="50" charset="-128"/>
              <a:ea typeface="Meiryo UI" panose="020B0604030504040204" pitchFamily="50" charset="-128"/>
            </a:endParaRPr>
          </a:p>
          <a:p>
            <a:pPr>
              <a:lnSpc>
                <a:spcPts val="1500"/>
              </a:lnSpc>
            </a:pPr>
            <a:endParaRPr kumimoji="1" lang="en-US" altLang="ja-JP" sz="1050" dirty="0">
              <a:solidFill>
                <a:schemeClr val="tx1"/>
              </a:solidFill>
              <a:latin typeface="Meiryo UI" panose="020B0604030504040204" pitchFamily="50" charset="-128"/>
              <a:ea typeface="Meiryo UI" panose="020B0604030504040204" pitchFamily="50" charset="-128"/>
            </a:endParaRPr>
          </a:p>
          <a:p>
            <a:pPr>
              <a:lnSpc>
                <a:spcPts val="1500"/>
              </a:lnSpc>
            </a:pPr>
            <a:r>
              <a:rPr kumimoji="1" lang="ja-JP" altLang="en-US" sz="1050" dirty="0">
                <a:solidFill>
                  <a:schemeClr val="tx1"/>
                </a:solidFill>
                <a:latin typeface="Meiryo UI" panose="020B0604030504040204" pitchFamily="50" charset="-128"/>
                <a:ea typeface="Meiryo UI" panose="020B0604030504040204" pitchFamily="50" charset="-128"/>
              </a:rPr>
              <a:t>モデルを貼り付ける際の文字サイズも小さくなりすぎることなく、また低解像度にならないようにしてください。最低でも下図程度のサイズは確保してください。</a:t>
            </a:r>
            <a:endParaRPr kumimoji="1" lang="en-US" altLang="ja-JP" sz="1050" dirty="0">
              <a:solidFill>
                <a:schemeClr val="tx1"/>
              </a:solidFill>
              <a:latin typeface="Meiryo UI" panose="020B0604030504040204" pitchFamily="50" charset="-128"/>
              <a:ea typeface="Meiryo UI" panose="020B0604030504040204" pitchFamily="50" charset="-128"/>
            </a:endParaRPr>
          </a:p>
          <a:p>
            <a:pPr>
              <a:lnSpc>
                <a:spcPts val="1500"/>
              </a:lnSpc>
            </a:pPr>
            <a:endParaRPr kumimoji="1" lang="ja-JP" altLang="en-US" sz="1050" dirty="0">
              <a:solidFill>
                <a:schemeClr val="tx1"/>
              </a:solidFill>
              <a:latin typeface="Meiryo UI" panose="020B0604030504040204" pitchFamily="50" charset="-128"/>
              <a:ea typeface="Meiryo UI" panose="020B0604030504040204" pitchFamily="50" charset="-128"/>
            </a:endParaRPr>
          </a:p>
          <a:p>
            <a:pPr algn="ctr">
              <a:lnSpc>
                <a:spcPts val="1500"/>
              </a:lnSpc>
            </a:pP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4" name="Picture 8">
            <a:extLst>
              <a:ext uri="{FF2B5EF4-FFF2-40B4-BE49-F238E27FC236}">
                <a16:creationId xmlns:a16="http://schemas.microsoft.com/office/drawing/2014/main" id="{A6972CF7-F519-3772-B1B0-1A28DD6DCD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152" t="78052" r="50457" b="14460"/>
          <a:stretch/>
        </p:blipFill>
        <p:spPr bwMode="auto">
          <a:xfrm>
            <a:off x="10403991" y="1961530"/>
            <a:ext cx="1800201" cy="329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9020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8C0B5-06BB-41B2-8E22-3BCAD69EBEF4}"/>
              </a:ext>
            </a:extLst>
          </p:cNvPr>
          <p:cNvSpPr>
            <a:spLocks noGrp="1"/>
          </p:cNvSpPr>
          <p:nvPr>
            <p:ph type="title"/>
          </p:nvPr>
        </p:nvSpPr>
        <p:spPr/>
        <p:txBody>
          <a:bodyPr/>
          <a:lstStyle/>
          <a:p>
            <a:r>
              <a:rPr lang="ja-JP" altLang="en-US" dirty="0"/>
              <a:t>振舞いモデル</a:t>
            </a:r>
            <a:endParaRPr kumimoji="1" lang="ja-JP" altLang="en-US" dirty="0"/>
          </a:p>
        </p:txBody>
      </p:sp>
      <p:sp>
        <p:nvSpPr>
          <p:cNvPr id="5" name="コンテンツ プレースホルダー 4">
            <a:extLst>
              <a:ext uri="{FF2B5EF4-FFF2-40B4-BE49-F238E27FC236}">
                <a16:creationId xmlns:a16="http://schemas.microsoft.com/office/drawing/2014/main" id="{21492ACA-CEBB-4A08-A6B6-1B760833EEA5}"/>
              </a:ext>
            </a:extLst>
          </p:cNvPr>
          <p:cNvSpPr>
            <a:spLocks noGrp="1"/>
          </p:cNvSpPr>
          <p:nvPr>
            <p:ph idx="1"/>
          </p:nvPr>
        </p:nvSpPr>
        <p:spPr/>
        <p:txBody>
          <a:bodyPr/>
          <a:lstStyle/>
          <a:p>
            <a:r>
              <a:rPr lang="ja-JP" altLang="en-US"/>
              <a:t>ここに振舞いのモデル（ステートマシン図、シーケンス図など）を書いてください</a:t>
            </a:r>
            <a:br>
              <a:rPr lang="en-US" altLang="ja-JP" dirty="0"/>
            </a:br>
            <a:r>
              <a:rPr lang="ja-JP" altLang="en-US"/>
              <a:t>提供モデルを改めて載せる必要はありません。</a:t>
            </a:r>
            <a:br>
              <a:rPr lang="en-US" altLang="ja-JP" dirty="0"/>
            </a:br>
            <a:r>
              <a:rPr lang="ja-JP" altLang="en-US"/>
              <a:t>提供モデルをベースに作成したモデルを記述してください。</a:t>
            </a:r>
            <a:br>
              <a:rPr lang="en-US" altLang="ja-JP" dirty="0"/>
            </a:br>
            <a:r>
              <a:rPr lang="ja-JP" altLang="en-US"/>
              <a:t>必要に応じて説明を入れていただくと分かりやすくなるでしょう</a:t>
            </a:r>
            <a:endParaRPr lang="en-US" altLang="ja-JP" dirty="0"/>
          </a:p>
        </p:txBody>
      </p:sp>
    </p:spTree>
    <p:extLst>
      <p:ext uri="{BB962C8B-B14F-4D97-AF65-F5344CB8AC3E}">
        <p14:creationId xmlns:p14="http://schemas.microsoft.com/office/powerpoint/2010/main" val="1167203408"/>
      </p:ext>
    </p:extLst>
  </p:cSld>
  <p:clrMapOvr>
    <a:masterClrMapping/>
  </p:clrMapOvr>
</p:sld>
</file>

<file path=ppt/theme/theme1.xml><?xml version="1.0" encoding="utf-8"?>
<a:theme xmlns:a="http://schemas.openxmlformats.org/drawingml/2006/main" name="アブストラクトページ用（プライマリークラス）">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デザインの設定">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1649</TotalTime>
  <Words>400</Words>
  <Application>Microsoft Office PowerPoint</Application>
  <PresentationFormat>ユーザー設定</PresentationFormat>
  <Paragraphs>37</Paragraphs>
  <Slides>3</Slides>
  <Notes>0</Notes>
  <HiddenSlides>0</HiddenSlides>
  <MMClips>0</MMClips>
  <ScaleCrop>false</ScaleCrop>
  <HeadingPairs>
    <vt:vector size="6" baseType="variant">
      <vt:variant>
        <vt:lpstr>使用されているフォント</vt:lpstr>
      </vt:variant>
      <vt:variant>
        <vt:i4>10</vt:i4>
      </vt:variant>
      <vt:variant>
        <vt:lpstr>テーマ</vt:lpstr>
      </vt:variant>
      <vt:variant>
        <vt:i4>3</vt:i4>
      </vt:variant>
      <vt:variant>
        <vt:lpstr>スライド タイトル</vt:lpstr>
      </vt:variant>
      <vt:variant>
        <vt:i4>3</vt:i4>
      </vt:variant>
    </vt:vector>
  </HeadingPairs>
  <TitlesOfParts>
    <vt:vector size="16" baseType="lpstr">
      <vt:lpstr>HG丸ｺﾞｼｯｸM-PRO</vt:lpstr>
      <vt:lpstr>Meiryo UI</vt:lpstr>
      <vt:lpstr>ＭＳ Ｐゴシック</vt:lpstr>
      <vt:lpstr>ＭＳ Ｐゴシック</vt:lpstr>
      <vt:lpstr>游ゴシック</vt:lpstr>
      <vt:lpstr>游ゴシック Light</vt:lpstr>
      <vt:lpstr>Arial</vt:lpstr>
      <vt:lpstr>Calibri</vt:lpstr>
      <vt:lpstr>Calibri Light</vt:lpstr>
      <vt:lpstr>Times New Roman</vt:lpstr>
      <vt:lpstr>アブストラクトページ用（プライマリークラス）</vt:lpstr>
      <vt:lpstr>デザインの設定</vt:lpstr>
      <vt:lpstr>1_デザインの設定</vt:lpstr>
      <vt:lpstr>PowerPoint プレゼンテーション</vt:lpstr>
      <vt:lpstr>構造モデル</vt:lpstr>
      <vt:lpstr>振舞いモデル</vt:lpstr>
    </vt:vector>
  </TitlesOfParts>
  <Manager>ETロボコン実行委員会</Manager>
  <Company>ETロボコン実行委員会</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モデルテンプレート</dc:title>
  <dc:creator>ETロボコン実行委員会</dc:creator>
  <cp:lastModifiedBy>Hiroyuki TAKAHASHI</cp:lastModifiedBy>
  <cp:revision>192</cp:revision>
  <cp:lastPrinted>2018-04-01T05:10:42Z</cp:lastPrinted>
  <dcterms:created xsi:type="dcterms:W3CDTF">2002-02-28T07:41:56Z</dcterms:created>
  <dcterms:modified xsi:type="dcterms:W3CDTF">2025-05-25T03:42:04Z</dcterms:modified>
</cp:coreProperties>
</file>